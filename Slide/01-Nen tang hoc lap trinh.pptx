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Roboto Black"/>
      <p:bold r:id="rId16"/>
      <p:boldItalic r:id="rId17"/>
    </p:embeddedFont>
    <p:embeddedFont>
      <p:font typeface="Roboto Medium"/>
      <p:regular r:id="rId18"/>
      <p:bold r:id="rId19"/>
      <p:italic r:id="rId20"/>
      <p:boldItalic r:id="rId21"/>
    </p:embeddedFont>
    <p:embeddedFont>
      <p:font typeface="Roboto"/>
      <p:regular r:id="rId22"/>
      <p:bold r:id="rId23"/>
      <p:italic r:id="rId24"/>
      <p:boldItalic r:id="rId25"/>
    </p:embeddedFont>
    <p:embeddedFont>
      <p:font typeface="Quattrocento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60">
          <p15:clr>
            <a:srgbClr val="A4A3A4"/>
          </p15:clr>
        </p15:guide>
        <p15:guide id="2" pos="7392">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60"/>
        <p:guide pos="7392"/>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edium-italic.fntdata"/><Relationship Id="rId22" Type="http://schemas.openxmlformats.org/officeDocument/2006/relationships/font" Target="fonts/Roboto-regular.fntdata"/><Relationship Id="rId21" Type="http://schemas.openxmlformats.org/officeDocument/2006/relationships/font" Target="fonts/RobotoMedium-boldItalic.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QuattrocentoSans-regular.fntdata"/><Relationship Id="rId25" Type="http://schemas.openxmlformats.org/officeDocument/2006/relationships/font" Target="fonts/Roboto-boldItalic.fntdata"/><Relationship Id="rId28" Type="http://schemas.openxmlformats.org/officeDocument/2006/relationships/font" Target="fonts/QuattrocentoSans-italic.fntdata"/><Relationship Id="rId27" Type="http://schemas.openxmlformats.org/officeDocument/2006/relationships/font" Target="fonts/Quattrocento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QuattrocentoSan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lack-boldItalic.fntdata"/><Relationship Id="rId16" Type="http://schemas.openxmlformats.org/officeDocument/2006/relationships/font" Target="fonts/RobotoBlack-bold.fntdata"/><Relationship Id="rId19" Type="http://schemas.openxmlformats.org/officeDocument/2006/relationships/font" Target="fonts/RobotoMedium-bold.fntdata"/><Relationship Id="rId18" Type="http://schemas.openxmlformats.org/officeDocument/2006/relationships/font" Target="fonts/Roboto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a:latin typeface="Quattrocento Sans"/>
              <a:ea typeface="Quattrocento Sans"/>
              <a:cs typeface="Quattrocento Sans"/>
              <a:sym typeface="Quattrocento Sans"/>
            </a:endParaRPr>
          </a:p>
          <a:p>
            <a:pPr indent="0" lvl="0" marL="0" rtl="0" algn="l">
              <a:spcBef>
                <a:spcPts val="0"/>
              </a:spcBef>
              <a:spcAft>
                <a:spcPts val="0"/>
              </a:spcAft>
              <a:buNone/>
            </a:pPr>
            <a:r>
              <a:rPr lang="en-US"/>
              <a:t>ID=d924773e-9a16-4d6d-9803-8cb819e99682</a:t>
            </a:r>
            <a:br>
              <a:rPr lang="en-US"/>
            </a:br>
            <a:r>
              <a:rPr lang="en-US"/>
              <a:t>Recipe=text_billboard</a:t>
            </a:r>
            <a:br>
              <a:rPr lang="en-US"/>
            </a:br>
            <a:r>
              <a:rPr lang="en-US"/>
              <a:t>Type=TextOnly</a:t>
            </a:r>
            <a:br>
              <a:rPr lang="en-US"/>
            </a:br>
            <a:r>
              <a:rPr lang="en-US"/>
              <a:t>Variant=0</a:t>
            </a:r>
            <a:br>
              <a:rPr lang="en-US"/>
            </a:br>
            <a:r>
              <a:rPr lang="en-US"/>
              <a:t>FamilyID=AccentBoxWalbaum_Zero</a:t>
            </a:r>
            <a:endParaRPr/>
          </a:p>
        </p:txBody>
      </p:sp>
      <p:sp>
        <p:nvSpPr>
          <p:cNvPr id="127" name="Google Shape;12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256112b04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256112b04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2256112b04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256112b048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256112b048_0_1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2256112b048_0_1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256112b048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256112b048_0_1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2256112b048_0_1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256112b048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256112b048_0_1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2256112b048_0_1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256112b048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256112b048_0_1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2256112b048_0_1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256112b048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256112b048_0_1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2256112b048_0_1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3e80e0371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3e80e0371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3a3e80e0371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256112b048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256112b048_0_1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2256112b048_0_1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1801368" y="1664208"/>
            <a:ext cx="8586300" cy="2176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0033CC"/>
              </a:buClr>
              <a:buSzPts val="6600"/>
              <a:buFont typeface="Roboto Black"/>
              <a:buNone/>
              <a:defRPr b="0" sz="6600">
                <a:latin typeface="Roboto Black"/>
                <a:ea typeface="Roboto Black"/>
                <a:cs typeface="Roboto Black"/>
                <a:sym typeface="Roboto Black"/>
              </a:defRPr>
            </a:lvl1pPr>
            <a:lvl2pPr lvl="1">
              <a:spcBef>
                <a:spcPts val="0"/>
              </a:spcBef>
              <a:spcAft>
                <a:spcPts val="0"/>
              </a:spcAft>
              <a:buSzPts val="1400"/>
              <a:buFont typeface="Roboto Black"/>
              <a:buNone/>
              <a:defRPr>
                <a:latin typeface="Roboto Black"/>
                <a:ea typeface="Roboto Black"/>
                <a:cs typeface="Roboto Black"/>
                <a:sym typeface="Roboto Black"/>
              </a:defRPr>
            </a:lvl2pPr>
            <a:lvl3pPr lvl="2">
              <a:spcBef>
                <a:spcPts val="0"/>
              </a:spcBef>
              <a:spcAft>
                <a:spcPts val="0"/>
              </a:spcAft>
              <a:buSzPts val="1400"/>
              <a:buFont typeface="Roboto Black"/>
              <a:buNone/>
              <a:defRPr>
                <a:latin typeface="Roboto Black"/>
                <a:ea typeface="Roboto Black"/>
                <a:cs typeface="Roboto Black"/>
                <a:sym typeface="Roboto Black"/>
              </a:defRPr>
            </a:lvl3pPr>
            <a:lvl4pPr lvl="3">
              <a:spcBef>
                <a:spcPts val="0"/>
              </a:spcBef>
              <a:spcAft>
                <a:spcPts val="0"/>
              </a:spcAft>
              <a:buSzPts val="1400"/>
              <a:buFont typeface="Roboto Black"/>
              <a:buNone/>
              <a:defRPr>
                <a:latin typeface="Roboto Black"/>
                <a:ea typeface="Roboto Black"/>
                <a:cs typeface="Roboto Black"/>
                <a:sym typeface="Roboto Black"/>
              </a:defRPr>
            </a:lvl4pPr>
            <a:lvl5pPr lvl="4">
              <a:spcBef>
                <a:spcPts val="0"/>
              </a:spcBef>
              <a:spcAft>
                <a:spcPts val="0"/>
              </a:spcAft>
              <a:buSzPts val="1400"/>
              <a:buFont typeface="Roboto Black"/>
              <a:buNone/>
              <a:defRPr>
                <a:latin typeface="Roboto Black"/>
                <a:ea typeface="Roboto Black"/>
                <a:cs typeface="Roboto Black"/>
                <a:sym typeface="Roboto Black"/>
              </a:defRPr>
            </a:lvl5pPr>
            <a:lvl6pPr lvl="5">
              <a:spcBef>
                <a:spcPts val="0"/>
              </a:spcBef>
              <a:spcAft>
                <a:spcPts val="0"/>
              </a:spcAft>
              <a:buSzPts val="1400"/>
              <a:buFont typeface="Roboto Black"/>
              <a:buNone/>
              <a:defRPr>
                <a:latin typeface="Roboto Black"/>
                <a:ea typeface="Roboto Black"/>
                <a:cs typeface="Roboto Black"/>
                <a:sym typeface="Roboto Black"/>
              </a:defRPr>
            </a:lvl6pPr>
            <a:lvl7pPr lvl="6">
              <a:spcBef>
                <a:spcPts val="0"/>
              </a:spcBef>
              <a:spcAft>
                <a:spcPts val="0"/>
              </a:spcAft>
              <a:buSzPts val="1400"/>
              <a:buFont typeface="Roboto Black"/>
              <a:buNone/>
              <a:defRPr>
                <a:latin typeface="Roboto Black"/>
                <a:ea typeface="Roboto Black"/>
                <a:cs typeface="Roboto Black"/>
                <a:sym typeface="Roboto Black"/>
              </a:defRPr>
            </a:lvl7pPr>
            <a:lvl8pPr lvl="7">
              <a:spcBef>
                <a:spcPts val="0"/>
              </a:spcBef>
              <a:spcAft>
                <a:spcPts val="0"/>
              </a:spcAft>
              <a:buSzPts val="1400"/>
              <a:buFont typeface="Roboto Black"/>
              <a:buNone/>
              <a:defRPr>
                <a:latin typeface="Roboto Black"/>
                <a:ea typeface="Roboto Black"/>
                <a:cs typeface="Roboto Black"/>
                <a:sym typeface="Roboto Black"/>
              </a:defRPr>
            </a:lvl8pPr>
            <a:lvl9pPr lvl="8">
              <a:spcBef>
                <a:spcPts val="0"/>
              </a:spcBef>
              <a:spcAft>
                <a:spcPts val="0"/>
              </a:spcAft>
              <a:buSzPts val="1400"/>
              <a:buFont typeface="Roboto Black"/>
              <a:buNone/>
              <a:defRPr>
                <a:latin typeface="Roboto Black"/>
                <a:ea typeface="Roboto Black"/>
                <a:cs typeface="Roboto Black"/>
                <a:sym typeface="Roboto Black"/>
              </a:defRPr>
            </a:lvl9pPr>
          </a:lstStyle>
          <a:p/>
        </p:txBody>
      </p:sp>
      <p:sp>
        <p:nvSpPr>
          <p:cNvPr id="19" name="Google Shape;19;p2"/>
          <p:cNvSpPr txBox="1"/>
          <p:nvPr>
            <p:ph idx="1" type="subTitle"/>
          </p:nvPr>
        </p:nvSpPr>
        <p:spPr>
          <a:xfrm>
            <a:off x="2487168" y="4142232"/>
            <a:ext cx="7223700" cy="685800"/>
          </a:xfrm>
          <a:prstGeom prst="rect">
            <a:avLst/>
          </a:prstGeom>
          <a:solidFill>
            <a:schemeClr val="accent1"/>
          </a:solidFill>
          <a:ln>
            <a:noFill/>
          </a:ln>
        </p:spPr>
        <p:txBody>
          <a:bodyPr anchorCtr="0" anchor="ctr" bIns="45700" lIns="91425" spcFirstLastPara="1" rIns="91425" wrap="square" tIns="45700">
            <a:normAutofit/>
          </a:bodyPr>
          <a:lstStyle>
            <a:lvl1pPr lvl="0" algn="ctr">
              <a:lnSpc>
                <a:spcPct val="110000"/>
              </a:lnSpc>
              <a:spcBef>
                <a:spcPts val="1000"/>
              </a:spcBef>
              <a:spcAft>
                <a:spcPts val="0"/>
              </a:spcAft>
              <a:buClr>
                <a:schemeClr val="lt1"/>
              </a:buClr>
              <a:buSzPts val="2800"/>
              <a:buFont typeface="Roboto Medium"/>
              <a:buNone/>
              <a:defRPr sz="2800">
                <a:solidFill>
                  <a:schemeClr val="lt1"/>
                </a:solidFill>
                <a:latin typeface="Roboto Medium"/>
                <a:ea typeface="Roboto Medium"/>
                <a:cs typeface="Roboto Medium"/>
                <a:sym typeface="Roboto Medium"/>
              </a:defRPr>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
          <p:cNvSpPr txBox="1"/>
          <p:nvPr>
            <p:ph type="title"/>
          </p:nvPr>
        </p:nvSpPr>
        <p:spPr>
          <a:xfrm>
            <a:off x="1078992" y="1938528"/>
            <a:ext cx="7013400" cy="299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5400"/>
              <a:buFont typeface="Quattrocento San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613648" y="1938528"/>
            <a:ext cx="2688300" cy="2990100"/>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l">
              <a:lnSpc>
                <a:spcPct val="110000"/>
              </a:lnSpc>
              <a:spcBef>
                <a:spcPts val="1000"/>
              </a:spcBef>
              <a:spcAft>
                <a:spcPts val="0"/>
              </a:spcAft>
              <a:buClr>
                <a:schemeClr val="lt1"/>
              </a:buClr>
              <a:buSzPts val="2800"/>
              <a:buNone/>
              <a:defRPr sz="2800">
                <a:solidFill>
                  <a:schemeClr val="lt1"/>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3" name="Google Shape;23;p3"/>
          <p:cNvSpPr/>
          <p:nvPr/>
        </p:nvSpPr>
        <p:spPr>
          <a:xfrm>
            <a:off x="609084" y="2965074"/>
            <a:ext cx="1281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4" name="Google Shape;24;p3"/>
          <p:cNvSpPr/>
          <p:nvPr/>
        </p:nvSpPr>
        <p:spPr>
          <a:xfrm rot="5400000">
            <a:off x="7360671" y="3424440"/>
            <a:ext cx="2103000" cy="90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5" name="Google Shape;25;p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latin typeface="Quattrocento Sans"/>
                <a:ea typeface="Quattrocento Sans"/>
                <a:cs typeface="Quattrocento Sans"/>
                <a:sym typeface="Quattrocento Sans"/>
              </a:defRPr>
            </a:lvl1pPr>
            <a:lvl2pPr lvl="1">
              <a:buNone/>
              <a:defRPr sz="1300">
                <a:latin typeface="Quattrocento Sans"/>
                <a:ea typeface="Quattrocento Sans"/>
                <a:cs typeface="Quattrocento Sans"/>
                <a:sym typeface="Quattrocento Sans"/>
              </a:defRPr>
            </a:lvl2pPr>
            <a:lvl3pPr lvl="2">
              <a:buNone/>
              <a:defRPr sz="1300">
                <a:latin typeface="Quattrocento Sans"/>
                <a:ea typeface="Quattrocento Sans"/>
                <a:cs typeface="Quattrocento Sans"/>
                <a:sym typeface="Quattrocento Sans"/>
              </a:defRPr>
            </a:lvl3pPr>
            <a:lvl4pPr lvl="3">
              <a:buNone/>
              <a:defRPr sz="1300">
                <a:latin typeface="Quattrocento Sans"/>
                <a:ea typeface="Quattrocento Sans"/>
                <a:cs typeface="Quattrocento Sans"/>
                <a:sym typeface="Quattrocento Sans"/>
              </a:defRPr>
            </a:lvl4pPr>
            <a:lvl5pPr lvl="4">
              <a:buNone/>
              <a:defRPr sz="1300">
                <a:latin typeface="Quattrocento Sans"/>
                <a:ea typeface="Quattrocento Sans"/>
                <a:cs typeface="Quattrocento Sans"/>
                <a:sym typeface="Quattrocento Sans"/>
              </a:defRPr>
            </a:lvl5pPr>
            <a:lvl6pPr lvl="5">
              <a:buNone/>
              <a:defRPr sz="1300">
                <a:latin typeface="Quattrocento Sans"/>
                <a:ea typeface="Quattrocento Sans"/>
                <a:cs typeface="Quattrocento Sans"/>
                <a:sym typeface="Quattrocento Sans"/>
              </a:defRPr>
            </a:lvl6pPr>
            <a:lvl7pPr lvl="6">
              <a:buNone/>
              <a:defRPr sz="1300">
                <a:latin typeface="Quattrocento Sans"/>
                <a:ea typeface="Quattrocento Sans"/>
                <a:cs typeface="Quattrocento Sans"/>
                <a:sym typeface="Quattrocento Sans"/>
              </a:defRPr>
            </a:lvl7pPr>
            <a:lvl8pPr lvl="7">
              <a:buNone/>
              <a:defRPr sz="1300">
                <a:latin typeface="Quattrocento Sans"/>
                <a:ea typeface="Quattrocento Sans"/>
                <a:cs typeface="Quattrocento Sans"/>
                <a:sym typeface="Quattrocento Sans"/>
              </a:defRPr>
            </a:lvl8pPr>
            <a:lvl9pPr lvl="8">
              <a:buNone/>
              <a:defRPr sz="1300">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p:nvPr/>
        </p:nvSpPr>
        <p:spPr>
          <a:xfrm>
            <a:off x="2418580" y="95350"/>
            <a:ext cx="417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8" name="Google Shape;28;p4"/>
          <p:cNvSpPr txBox="1"/>
          <p:nvPr>
            <p:ph type="title"/>
          </p:nvPr>
        </p:nvSpPr>
        <p:spPr>
          <a:xfrm>
            <a:off x="2460275" y="95350"/>
            <a:ext cx="9323100" cy="40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3800"/>
              <a:buFont typeface="Quattrocento Sans"/>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122350" y="1074775"/>
            <a:ext cx="11976000" cy="45486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12" type="sldNum"/>
          </p:nvPr>
        </p:nvSpPr>
        <p:spPr>
          <a:xfrm>
            <a:off x="9298142" y="6365059"/>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3600"/>
            </a:lvl1pPr>
            <a:lvl2pPr indent="0" lvl="1" marL="0" algn="r">
              <a:spcBef>
                <a:spcPts val="0"/>
              </a:spcBef>
              <a:buNone/>
              <a:defRPr sz="3600"/>
            </a:lvl2pPr>
            <a:lvl3pPr indent="0" lvl="2" marL="0" algn="r">
              <a:spcBef>
                <a:spcPts val="0"/>
              </a:spcBef>
              <a:buNone/>
              <a:defRPr sz="3600"/>
            </a:lvl3pPr>
            <a:lvl4pPr indent="0" lvl="3" marL="0" algn="r">
              <a:spcBef>
                <a:spcPts val="0"/>
              </a:spcBef>
              <a:buNone/>
              <a:defRPr sz="3600"/>
            </a:lvl4pPr>
            <a:lvl5pPr indent="0" lvl="4" marL="0" algn="r">
              <a:spcBef>
                <a:spcPts val="0"/>
              </a:spcBef>
              <a:buNone/>
              <a:defRPr sz="3600"/>
            </a:lvl5pPr>
            <a:lvl6pPr indent="0" lvl="5" marL="0" algn="r">
              <a:spcBef>
                <a:spcPts val="0"/>
              </a:spcBef>
              <a:buNone/>
              <a:defRPr sz="3600"/>
            </a:lvl6pPr>
            <a:lvl7pPr indent="0" lvl="6" marL="0" algn="r">
              <a:spcBef>
                <a:spcPts val="0"/>
              </a:spcBef>
              <a:buNone/>
              <a:defRPr sz="3600"/>
            </a:lvl7pPr>
            <a:lvl8pPr indent="0" lvl="7" marL="0" algn="r">
              <a:spcBef>
                <a:spcPts val="0"/>
              </a:spcBef>
              <a:buNone/>
              <a:defRPr sz="3600"/>
            </a:lvl8pPr>
            <a:lvl9pPr indent="0" lvl="8" marL="0" algn="r">
              <a:spcBef>
                <a:spcPts val="0"/>
              </a:spcBef>
              <a:buNone/>
              <a:defRPr sz="3600"/>
            </a:lvl9pPr>
          </a:lstStyle>
          <a:p>
            <a:pPr indent="0" lvl="0" marL="0" rtl="0" algn="r">
              <a:spcBef>
                <a:spcPts val="0"/>
              </a:spcBef>
              <a:spcAft>
                <a:spcPts val="0"/>
              </a:spcAft>
              <a:buNone/>
            </a:pPr>
            <a:fld id="{00000000-1234-1234-1234-123412341234}" type="slidenum">
              <a:rPr lang="en-US"/>
              <a:t>‹#›</a:t>
            </a:fld>
            <a:endParaRPr/>
          </a:p>
        </p:txBody>
      </p:sp>
      <p:sp>
        <p:nvSpPr>
          <p:cNvPr id="31" name="Google Shape;31;p4"/>
          <p:cNvSpPr txBox="1"/>
          <p:nvPr>
            <p:ph idx="2" type="title"/>
          </p:nvPr>
        </p:nvSpPr>
        <p:spPr>
          <a:xfrm>
            <a:off x="3013300" y="461350"/>
            <a:ext cx="6194100" cy="462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rgbClr val="FF9900"/>
              </a:buClr>
              <a:buSzPts val="2300"/>
              <a:buFont typeface="Quattrocento Sans"/>
              <a:buNone/>
              <a:defRPr sz="2300">
                <a:solidFill>
                  <a:srgbClr val="FF9900"/>
                </a:solidFill>
              </a:defRPr>
            </a:lvl1pPr>
            <a:lvl2pPr lvl="1" rtl="0">
              <a:spcBef>
                <a:spcPts val="0"/>
              </a:spcBef>
              <a:spcAft>
                <a:spcPts val="0"/>
              </a:spcAft>
              <a:buSzPts val="100"/>
              <a:buNone/>
              <a:defRPr sz="300"/>
            </a:lvl2pPr>
            <a:lvl3pPr lvl="2" rtl="0">
              <a:spcBef>
                <a:spcPts val="0"/>
              </a:spcBef>
              <a:spcAft>
                <a:spcPts val="0"/>
              </a:spcAft>
              <a:buSzPts val="100"/>
              <a:buNone/>
              <a:defRPr sz="300"/>
            </a:lvl3pPr>
            <a:lvl4pPr lvl="3" rtl="0">
              <a:spcBef>
                <a:spcPts val="0"/>
              </a:spcBef>
              <a:spcAft>
                <a:spcPts val="0"/>
              </a:spcAft>
              <a:buSzPts val="100"/>
              <a:buNone/>
              <a:defRPr sz="300"/>
            </a:lvl4pPr>
            <a:lvl5pPr lvl="4" rtl="0">
              <a:spcBef>
                <a:spcPts val="0"/>
              </a:spcBef>
              <a:spcAft>
                <a:spcPts val="0"/>
              </a:spcAft>
              <a:buSzPts val="100"/>
              <a:buNone/>
              <a:defRPr sz="300"/>
            </a:lvl5pPr>
            <a:lvl6pPr lvl="5" rtl="0">
              <a:spcBef>
                <a:spcPts val="0"/>
              </a:spcBef>
              <a:spcAft>
                <a:spcPts val="0"/>
              </a:spcAft>
              <a:buSzPts val="100"/>
              <a:buNone/>
              <a:defRPr sz="300"/>
            </a:lvl6pPr>
            <a:lvl7pPr lvl="6" rtl="0">
              <a:spcBef>
                <a:spcPts val="0"/>
              </a:spcBef>
              <a:spcAft>
                <a:spcPts val="0"/>
              </a:spcAft>
              <a:buSzPts val="100"/>
              <a:buNone/>
              <a:defRPr sz="300"/>
            </a:lvl7pPr>
            <a:lvl8pPr lvl="7" rtl="0">
              <a:spcBef>
                <a:spcPts val="0"/>
              </a:spcBef>
              <a:spcAft>
                <a:spcPts val="0"/>
              </a:spcAft>
              <a:buSzPts val="100"/>
              <a:buNone/>
              <a:defRPr sz="300"/>
            </a:lvl8pPr>
            <a:lvl9pPr lvl="8" rtl="0">
              <a:spcBef>
                <a:spcPts val="0"/>
              </a:spcBef>
              <a:spcAft>
                <a:spcPts val="0"/>
              </a:spcAft>
              <a:buSzPts val="100"/>
              <a:buNone/>
              <a:defRPr sz="300"/>
            </a:lvl9pPr>
          </a:lstStyle>
          <a:p/>
        </p:txBody>
      </p:sp>
      <p:sp>
        <p:nvSpPr>
          <p:cNvPr id="32" name="Google Shape;32;p4"/>
          <p:cNvSpPr/>
          <p:nvPr/>
        </p:nvSpPr>
        <p:spPr>
          <a:xfrm>
            <a:off x="2596000" y="585250"/>
            <a:ext cx="417300" cy="214200"/>
          </a:xfrm>
          <a:prstGeom prst="homePlate">
            <a:avLst>
              <a:gd fmla="val 60423" name="adj"/>
            </a:avLst>
          </a:prstGeom>
          <a:solidFill>
            <a:srgbClr val="003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4 pictures">
  <p:cSld name="Title and Content with 4 pictures">
    <p:spTree>
      <p:nvGrpSpPr>
        <p:cNvPr id="33" name="Shape 33"/>
        <p:cNvGrpSpPr/>
        <p:nvPr/>
      </p:nvGrpSpPr>
      <p:grpSpPr>
        <a:xfrm>
          <a:off x="0" y="0"/>
          <a:ext cx="0" cy="0"/>
          <a:chOff x="0" y="0"/>
          <a:chExt cx="0" cy="0"/>
        </a:xfrm>
      </p:grpSpPr>
      <p:sp>
        <p:nvSpPr>
          <p:cNvPr id="34" name="Google Shape;34;p5"/>
          <p:cNvSpPr txBox="1"/>
          <p:nvPr>
            <p:ph type="title"/>
          </p:nvPr>
        </p:nvSpPr>
        <p:spPr>
          <a:xfrm>
            <a:off x="7772400" y="978408"/>
            <a:ext cx="3721500" cy="1106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2800"/>
              <a:buFont typeface="Quattrocento Sans"/>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p:nvPr>
            <p:ph idx="2" type="pic"/>
          </p:nvPr>
        </p:nvSpPr>
        <p:spPr>
          <a:xfrm>
            <a:off x="895522" y="859155"/>
            <a:ext cx="6016800" cy="4910400"/>
          </a:xfrm>
          <a:prstGeom prst="rect">
            <a:avLst/>
          </a:prstGeom>
          <a:noFill/>
          <a:ln>
            <a:noFill/>
          </a:ln>
        </p:spPr>
      </p:sp>
      <p:sp>
        <p:nvSpPr>
          <p:cNvPr id="36" name="Google Shape;36;p5"/>
          <p:cNvSpPr/>
          <p:nvPr/>
        </p:nvSpPr>
        <p:spPr>
          <a:xfrm>
            <a:off x="7260336" y="1179576"/>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7" name="Google Shape;37;p5"/>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5"/>
          <p:cNvSpPr/>
          <p:nvPr/>
        </p:nvSpPr>
        <p:spPr>
          <a:xfrm>
            <a:off x="7792216" y="2185416"/>
            <a:ext cx="3683100" cy="90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9" name="Google Shape;39;p5"/>
          <p:cNvSpPr txBox="1"/>
          <p:nvPr>
            <p:ph idx="1" type="body"/>
          </p:nvPr>
        </p:nvSpPr>
        <p:spPr>
          <a:xfrm>
            <a:off x="7772400" y="3099816"/>
            <a:ext cx="3721200" cy="447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
          <p:cNvSpPr txBox="1"/>
          <p:nvPr>
            <p:ph idx="3" type="body"/>
          </p:nvPr>
        </p:nvSpPr>
        <p:spPr>
          <a:xfrm>
            <a:off x="7772400" y="4215384"/>
            <a:ext cx="3721200" cy="447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4" type="body"/>
          </p:nvPr>
        </p:nvSpPr>
        <p:spPr>
          <a:xfrm>
            <a:off x="7772400" y="5321808"/>
            <a:ext cx="3721200" cy="447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p:nvPr>
            <p:ph idx="5" type="pic"/>
          </p:nvPr>
        </p:nvSpPr>
        <p:spPr>
          <a:xfrm>
            <a:off x="7772400" y="2532888"/>
            <a:ext cx="457200" cy="457200"/>
          </a:xfrm>
          <a:prstGeom prst="rect">
            <a:avLst/>
          </a:prstGeom>
          <a:noFill/>
          <a:ln>
            <a:noFill/>
          </a:ln>
        </p:spPr>
      </p:sp>
      <p:sp>
        <p:nvSpPr>
          <p:cNvPr id="43" name="Google Shape;43;p5"/>
          <p:cNvSpPr/>
          <p:nvPr>
            <p:ph idx="6" type="pic"/>
          </p:nvPr>
        </p:nvSpPr>
        <p:spPr>
          <a:xfrm>
            <a:off x="7772400" y="3630168"/>
            <a:ext cx="457200" cy="457200"/>
          </a:xfrm>
          <a:prstGeom prst="rect">
            <a:avLst/>
          </a:prstGeom>
          <a:noFill/>
          <a:ln>
            <a:noFill/>
          </a:ln>
        </p:spPr>
      </p:sp>
      <p:sp>
        <p:nvSpPr>
          <p:cNvPr id="44" name="Google Shape;44;p5"/>
          <p:cNvSpPr/>
          <p:nvPr>
            <p:ph idx="7" type="pic"/>
          </p:nvPr>
        </p:nvSpPr>
        <p:spPr>
          <a:xfrm>
            <a:off x="7772400" y="4754880"/>
            <a:ext cx="457200" cy="4572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pictures">
  <p:cSld name="Title and Content with pictures">
    <p:spTree>
      <p:nvGrpSpPr>
        <p:cNvPr id="45" name="Shape 45"/>
        <p:cNvGrpSpPr/>
        <p:nvPr/>
      </p:nvGrpSpPr>
      <p:grpSpPr>
        <a:xfrm>
          <a:off x="0" y="0"/>
          <a:ext cx="0" cy="0"/>
          <a:chOff x="0" y="0"/>
          <a:chExt cx="0" cy="0"/>
        </a:xfrm>
      </p:grpSpPr>
      <p:sp>
        <p:nvSpPr>
          <p:cNvPr id="46" name="Google Shape;46;p6"/>
          <p:cNvSpPr txBox="1"/>
          <p:nvPr>
            <p:ph type="title"/>
          </p:nvPr>
        </p:nvSpPr>
        <p:spPr>
          <a:xfrm>
            <a:off x="5084064" y="889393"/>
            <a:ext cx="6272700" cy="1536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33CC"/>
              </a:buClr>
              <a:buSzPts val="5200"/>
              <a:buFont typeface="Quattrocento Sans"/>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
          <p:cNvSpPr txBox="1"/>
          <p:nvPr>
            <p:ph idx="1" type="body"/>
          </p:nvPr>
        </p:nvSpPr>
        <p:spPr>
          <a:xfrm>
            <a:off x="5102352" y="2727631"/>
            <a:ext cx="6272700" cy="3003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6"/>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6"/>
          <p:cNvSpPr/>
          <p:nvPr/>
        </p:nvSpPr>
        <p:spPr>
          <a:xfrm rot="5400000">
            <a:off x="5317906" y="363383"/>
            <a:ext cx="73200" cy="548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50" name="Google Shape;50;p6"/>
          <p:cNvSpPr/>
          <p:nvPr/>
        </p:nvSpPr>
        <p:spPr>
          <a:xfrm>
            <a:off x="5065776" y="2553749"/>
            <a:ext cx="6291000" cy="456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51" name="Google Shape;51;p6"/>
          <p:cNvSpPr/>
          <p:nvPr>
            <p:ph idx="2" type="pic"/>
          </p:nvPr>
        </p:nvSpPr>
        <p:spPr>
          <a:xfrm>
            <a:off x="457200" y="895738"/>
            <a:ext cx="4050900" cy="48348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2 pictures">
  <p:cSld name="Title and Content with 2 pictures">
    <p:spTree>
      <p:nvGrpSpPr>
        <p:cNvPr id="52" name="Shape 52"/>
        <p:cNvGrpSpPr/>
        <p:nvPr/>
      </p:nvGrpSpPr>
      <p:grpSpPr>
        <a:xfrm>
          <a:off x="0" y="0"/>
          <a:ext cx="0" cy="0"/>
          <a:chOff x="0" y="0"/>
          <a:chExt cx="0" cy="0"/>
        </a:xfrm>
      </p:grpSpPr>
      <p:sp>
        <p:nvSpPr>
          <p:cNvPr id="53" name="Google Shape;53;p7"/>
          <p:cNvSpPr txBox="1"/>
          <p:nvPr>
            <p:ph type="title"/>
          </p:nvPr>
        </p:nvSpPr>
        <p:spPr>
          <a:xfrm>
            <a:off x="612648" y="1074888"/>
            <a:ext cx="6272700" cy="1536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33CC"/>
              </a:buClr>
              <a:buSzPts val="5200"/>
              <a:buFont typeface="Quattrocento Sans"/>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7"/>
          <p:cNvSpPr txBox="1"/>
          <p:nvPr>
            <p:ph idx="1" type="body"/>
          </p:nvPr>
        </p:nvSpPr>
        <p:spPr>
          <a:xfrm>
            <a:off x="612648" y="3009498"/>
            <a:ext cx="6272700" cy="27006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7"/>
          <p:cNvSpPr txBox="1"/>
          <p:nvPr>
            <p:ph idx="12" type="sldNum"/>
          </p:nvPr>
        </p:nvSpPr>
        <p:spPr>
          <a:xfrm>
            <a:off x="5605272" y="6356350"/>
            <a:ext cx="12801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7"/>
          <p:cNvSpPr/>
          <p:nvPr/>
        </p:nvSpPr>
        <p:spPr>
          <a:xfrm rot="5400000">
            <a:off x="850338" y="629660"/>
            <a:ext cx="73200" cy="548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57" name="Google Shape;57;p7"/>
          <p:cNvSpPr/>
          <p:nvPr>
            <p:ph idx="2" type="pic"/>
          </p:nvPr>
        </p:nvSpPr>
        <p:spPr>
          <a:xfrm>
            <a:off x="7684008" y="3204504"/>
            <a:ext cx="4508100" cy="2505600"/>
          </a:xfrm>
          <a:prstGeom prst="rect">
            <a:avLst/>
          </a:prstGeom>
          <a:noFill/>
          <a:ln>
            <a:noFill/>
          </a:ln>
        </p:spPr>
      </p:sp>
      <p:sp>
        <p:nvSpPr>
          <p:cNvPr id="58" name="Google Shape;58;p7"/>
          <p:cNvSpPr/>
          <p:nvPr>
            <p:ph idx="3" type="pic"/>
          </p:nvPr>
        </p:nvSpPr>
        <p:spPr>
          <a:xfrm>
            <a:off x="7680960" y="1074888"/>
            <a:ext cx="4508100" cy="1854900"/>
          </a:xfrm>
          <a:prstGeom prst="rect">
            <a:avLst/>
          </a:prstGeom>
          <a:noFill/>
          <a:ln>
            <a:noFill/>
          </a:ln>
        </p:spPr>
      </p:sp>
      <p:sp>
        <p:nvSpPr>
          <p:cNvPr id="59" name="Google Shape;59;p7"/>
          <p:cNvSpPr/>
          <p:nvPr/>
        </p:nvSpPr>
        <p:spPr>
          <a:xfrm>
            <a:off x="612648" y="2801145"/>
            <a:ext cx="6217800" cy="183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60" name="Shape 60"/>
        <p:cNvGrpSpPr/>
        <p:nvPr/>
      </p:nvGrpSpPr>
      <p:grpSpPr>
        <a:xfrm>
          <a:off x="0" y="0"/>
          <a:ext cx="0" cy="0"/>
          <a:chOff x="0" y="0"/>
          <a:chExt cx="0" cy="0"/>
        </a:xfrm>
      </p:grpSpPr>
      <p:sp>
        <p:nvSpPr>
          <p:cNvPr id="61" name="Google Shape;61;p8"/>
          <p:cNvSpPr txBox="1"/>
          <p:nvPr>
            <p:ph type="title"/>
          </p:nvPr>
        </p:nvSpPr>
        <p:spPr>
          <a:xfrm>
            <a:off x="557784" y="640080"/>
            <a:ext cx="10890600" cy="41148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0033CC"/>
              </a:buClr>
              <a:buSzPts val="4800"/>
              <a:buFont typeface="Quattrocento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8"/>
          <p:cNvSpPr/>
          <p:nvPr/>
        </p:nvSpPr>
        <p:spPr>
          <a:xfrm>
            <a:off x="498834" y="5118581"/>
            <a:ext cx="146400" cy="548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63" name="Google Shape;63;p8"/>
          <p:cNvSpPr txBox="1"/>
          <p:nvPr>
            <p:ph idx="1" type="body"/>
          </p:nvPr>
        </p:nvSpPr>
        <p:spPr>
          <a:xfrm>
            <a:off x="841248" y="5102352"/>
            <a:ext cx="9207900" cy="585300"/>
          </a:xfrm>
          <a:prstGeom prst="rect">
            <a:avLst/>
          </a:prstGeom>
          <a:solidFill>
            <a:schemeClr val="accent1"/>
          </a:solidFill>
          <a:ln>
            <a:noFill/>
          </a:ln>
        </p:spPr>
        <p:txBody>
          <a:bodyPr anchorCtr="0" anchor="ctr" bIns="45700" lIns="91425" spcFirstLastPara="1" rIns="91425" wrap="square" tIns="45700">
            <a:normAutofit/>
          </a:bodyPr>
          <a:lstStyle>
            <a:lvl1pPr indent="-228600" lvl="0" marL="457200" algn="l">
              <a:lnSpc>
                <a:spcPct val="110000"/>
              </a:lnSpc>
              <a:spcBef>
                <a:spcPts val="1000"/>
              </a:spcBef>
              <a:spcAft>
                <a:spcPts val="0"/>
              </a:spcAft>
              <a:buClr>
                <a:schemeClr val="lt1"/>
              </a:buClr>
              <a:buSzPts val="2000"/>
              <a:buNone/>
              <a:defRPr sz="2000">
                <a:solidFill>
                  <a:schemeClr val="lt1"/>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4" name="Google Shape;64;p8"/>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65" name="Shape 65"/>
        <p:cNvGrpSpPr/>
        <p:nvPr/>
      </p:nvGrpSpPr>
      <p:grpSpPr>
        <a:xfrm>
          <a:off x="0" y="0"/>
          <a:ext cx="0" cy="0"/>
          <a:chOff x="0" y="0"/>
          <a:chExt cx="0" cy="0"/>
        </a:xfrm>
      </p:grpSpPr>
      <p:sp>
        <p:nvSpPr>
          <p:cNvPr id="66" name="Google Shape;66;p9"/>
          <p:cNvSpPr/>
          <p:nvPr>
            <p:ph idx="2" type="pic"/>
          </p:nvPr>
        </p:nvSpPr>
        <p:spPr>
          <a:xfrm>
            <a:off x="5422392" y="2798064"/>
            <a:ext cx="1463100" cy="1481400"/>
          </a:xfrm>
          <a:prstGeom prst="rect">
            <a:avLst/>
          </a:prstGeom>
          <a:noFill/>
          <a:ln>
            <a:noFill/>
          </a:ln>
        </p:spPr>
      </p:sp>
      <p:sp>
        <p:nvSpPr>
          <p:cNvPr id="67" name="Google Shape;67;p9"/>
          <p:cNvSpPr/>
          <p:nvPr>
            <p:ph idx="3" type="pic"/>
          </p:nvPr>
        </p:nvSpPr>
        <p:spPr>
          <a:xfrm>
            <a:off x="576072" y="2798064"/>
            <a:ext cx="1463100" cy="1481400"/>
          </a:xfrm>
          <a:prstGeom prst="rect">
            <a:avLst/>
          </a:prstGeom>
          <a:noFill/>
          <a:ln>
            <a:noFill/>
          </a:ln>
        </p:spPr>
      </p:sp>
      <p:sp>
        <p:nvSpPr>
          <p:cNvPr id="68" name="Google Shape;68;p9"/>
          <p:cNvSpPr/>
          <p:nvPr>
            <p:ph idx="4" type="pic"/>
          </p:nvPr>
        </p:nvSpPr>
        <p:spPr>
          <a:xfrm>
            <a:off x="7845552" y="2798064"/>
            <a:ext cx="1463100" cy="1481400"/>
          </a:xfrm>
          <a:prstGeom prst="rect">
            <a:avLst/>
          </a:prstGeom>
          <a:noFill/>
          <a:ln>
            <a:noFill/>
          </a:ln>
        </p:spPr>
      </p:sp>
      <p:sp>
        <p:nvSpPr>
          <p:cNvPr id="69" name="Google Shape;69;p9"/>
          <p:cNvSpPr/>
          <p:nvPr/>
        </p:nvSpPr>
        <p:spPr>
          <a:xfrm>
            <a:off x="1540857" y="876618"/>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70" name="Google Shape;70;p9"/>
          <p:cNvSpPr txBox="1"/>
          <p:nvPr>
            <p:ph type="title"/>
          </p:nvPr>
        </p:nvSpPr>
        <p:spPr>
          <a:xfrm>
            <a:off x="1732881" y="721106"/>
            <a:ext cx="9100200" cy="1179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4000"/>
              <a:buFont typeface="Quattrocento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9"/>
          <p:cNvSpPr/>
          <p:nvPr>
            <p:ph idx="5" type="pic"/>
          </p:nvPr>
        </p:nvSpPr>
        <p:spPr>
          <a:xfrm>
            <a:off x="2999232" y="2798064"/>
            <a:ext cx="1463100" cy="1481400"/>
          </a:xfrm>
          <a:prstGeom prst="rect">
            <a:avLst/>
          </a:prstGeom>
          <a:noFill/>
          <a:ln>
            <a:noFill/>
          </a:ln>
        </p:spPr>
      </p:sp>
      <p:sp>
        <p:nvSpPr>
          <p:cNvPr id="72" name="Google Shape;72;p9"/>
          <p:cNvSpPr/>
          <p:nvPr>
            <p:ph idx="6" type="pic"/>
          </p:nvPr>
        </p:nvSpPr>
        <p:spPr>
          <a:xfrm>
            <a:off x="10268712" y="2798064"/>
            <a:ext cx="1463100" cy="1481400"/>
          </a:xfrm>
          <a:prstGeom prst="rect">
            <a:avLst/>
          </a:prstGeom>
          <a:noFill/>
          <a:ln>
            <a:noFill/>
          </a:ln>
        </p:spPr>
      </p:sp>
      <p:sp>
        <p:nvSpPr>
          <p:cNvPr id="73" name="Google Shape;73;p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4" name="Google Shape;74;p9"/>
          <p:cNvSpPr txBox="1"/>
          <p:nvPr>
            <p:ph idx="1" type="body"/>
          </p:nvPr>
        </p:nvSpPr>
        <p:spPr>
          <a:xfrm>
            <a:off x="5431536"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9"/>
          <p:cNvSpPr txBox="1"/>
          <p:nvPr>
            <p:ph idx="7" type="body"/>
          </p:nvPr>
        </p:nvSpPr>
        <p:spPr>
          <a:xfrm>
            <a:off x="7845552"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9"/>
          <p:cNvSpPr txBox="1"/>
          <p:nvPr>
            <p:ph idx="8" type="body"/>
          </p:nvPr>
        </p:nvSpPr>
        <p:spPr>
          <a:xfrm>
            <a:off x="10268712"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9"/>
          <p:cNvSpPr txBox="1"/>
          <p:nvPr>
            <p:ph idx="9" type="body"/>
          </p:nvPr>
        </p:nvSpPr>
        <p:spPr>
          <a:xfrm>
            <a:off x="594360"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9"/>
          <p:cNvSpPr txBox="1"/>
          <p:nvPr>
            <p:ph idx="13" type="body"/>
          </p:nvPr>
        </p:nvSpPr>
        <p:spPr>
          <a:xfrm>
            <a:off x="3008376" y="4489704"/>
            <a:ext cx="1462200" cy="649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2000"/>
              <a:buNone/>
              <a:defRPr sz="2000"/>
            </a:lvl1pPr>
            <a:lvl2pPr indent="-228600" lvl="1" marL="914400" algn="ctr">
              <a:lnSpc>
                <a:spcPct val="100000"/>
              </a:lnSpc>
              <a:spcBef>
                <a:spcPts val="0"/>
              </a:spcBef>
              <a:spcAft>
                <a:spcPts val="0"/>
              </a:spcAft>
              <a:buClr>
                <a:schemeClr val="dk1"/>
              </a:buClr>
              <a:buSzPts val="1600"/>
              <a:buNone/>
              <a:defRPr sz="16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9" name="Shape 79"/>
        <p:cNvGrpSpPr/>
        <p:nvPr/>
      </p:nvGrpSpPr>
      <p:grpSpPr>
        <a:xfrm>
          <a:off x="0" y="0"/>
          <a:ext cx="0" cy="0"/>
          <a:chOff x="0" y="0"/>
          <a:chExt cx="0" cy="0"/>
        </a:xfrm>
      </p:grpSpPr>
      <p:sp>
        <p:nvSpPr>
          <p:cNvPr id="80" name="Google Shape;80;p10"/>
          <p:cNvSpPr/>
          <p:nvPr/>
        </p:nvSpPr>
        <p:spPr>
          <a:xfrm>
            <a:off x="1512865" y="786384"/>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81" name="Google Shape;81;p10"/>
          <p:cNvSpPr txBox="1"/>
          <p:nvPr>
            <p:ph type="title"/>
          </p:nvPr>
        </p:nvSpPr>
        <p:spPr>
          <a:xfrm>
            <a:off x="1640881" y="503825"/>
            <a:ext cx="9258900" cy="1179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4000"/>
              <a:buFont typeface="Quattrocento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0"/>
          <p:cNvSpPr txBox="1"/>
          <p:nvPr>
            <p:ph idx="1" type="body"/>
          </p:nvPr>
        </p:nvSpPr>
        <p:spPr>
          <a:xfrm>
            <a:off x="466343" y="2270703"/>
            <a:ext cx="55053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3" name="Google Shape;83;p10"/>
          <p:cNvSpPr txBox="1"/>
          <p:nvPr>
            <p:ph idx="2" type="body"/>
          </p:nvPr>
        </p:nvSpPr>
        <p:spPr>
          <a:xfrm>
            <a:off x="466344" y="3103104"/>
            <a:ext cx="55053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0"/>
          <p:cNvSpPr txBox="1"/>
          <p:nvPr>
            <p:ph idx="3" type="body"/>
          </p:nvPr>
        </p:nvSpPr>
        <p:spPr>
          <a:xfrm>
            <a:off x="6220409" y="2256140"/>
            <a:ext cx="55053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5" name="Google Shape;85;p10"/>
          <p:cNvSpPr txBox="1"/>
          <p:nvPr>
            <p:ph idx="4" type="body"/>
          </p:nvPr>
        </p:nvSpPr>
        <p:spPr>
          <a:xfrm>
            <a:off x="6220409" y="3103104"/>
            <a:ext cx="55053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0"/>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3 column">
  <p:cSld name="Comparison 3 column">
    <p:spTree>
      <p:nvGrpSpPr>
        <p:cNvPr id="87" name="Shape 87"/>
        <p:cNvGrpSpPr/>
        <p:nvPr/>
      </p:nvGrpSpPr>
      <p:grpSpPr>
        <a:xfrm>
          <a:off x="0" y="0"/>
          <a:ext cx="0" cy="0"/>
          <a:chOff x="0" y="0"/>
          <a:chExt cx="0" cy="0"/>
        </a:xfrm>
      </p:grpSpPr>
      <p:sp>
        <p:nvSpPr>
          <p:cNvPr id="88" name="Google Shape;88;p11"/>
          <p:cNvSpPr/>
          <p:nvPr/>
        </p:nvSpPr>
        <p:spPr>
          <a:xfrm>
            <a:off x="1493520" y="786384"/>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89" name="Google Shape;89;p11"/>
          <p:cNvSpPr txBox="1"/>
          <p:nvPr>
            <p:ph type="title"/>
          </p:nvPr>
        </p:nvSpPr>
        <p:spPr>
          <a:xfrm>
            <a:off x="1557528" y="548640"/>
            <a:ext cx="9956400" cy="1179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4000"/>
              <a:buFont typeface="Quattrocento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1"/>
          <p:cNvSpPr txBox="1"/>
          <p:nvPr>
            <p:ph idx="1" type="body"/>
          </p:nvPr>
        </p:nvSpPr>
        <p:spPr>
          <a:xfrm>
            <a:off x="576072" y="2372650"/>
            <a:ext cx="3291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1" name="Google Shape;91;p11"/>
          <p:cNvSpPr txBox="1"/>
          <p:nvPr>
            <p:ph idx="2" type="body"/>
          </p:nvPr>
        </p:nvSpPr>
        <p:spPr>
          <a:xfrm>
            <a:off x="576072" y="3203688"/>
            <a:ext cx="32919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1"/>
          <p:cNvSpPr txBox="1"/>
          <p:nvPr>
            <p:ph idx="3" type="body"/>
          </p:nvPr>
        </p:nvSpPr>
        <p:spPr>
          <a:xfrm>
            <a:off x="4507992" y="2372650"/>
            <a:ext cx="3291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3" name="Google Shape;93;p11"/>
          <p:cNvSpPr txBox="1"/>
          <p:nvPr>
            <p:ph idx="4" type="body"/>
          </p:nvPr>
        </p:nvSpPr>
        <p:spPr>
          <a:xfrm>
            <a:off x="4507992" y="3203687"/>
            <a:ext cx="32919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11"/>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11"/>
          <p:cNvSpPr txBox="1"/>
          <p:nvPr>
            <p:ph idx="5" type="body"/>
          </p:nvPr>
        </p:nvSpPr>
        <p:spPr>
          <a:xfrm>
            <a:off x="8439912" y="2372650"/>
            <a:ext cx="3291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6" name="Google Shape;96;p11"/>
          <p:cNvSpPr txBox="1"/>
          <p:nvPr>
            <p:ph idx="6" type="body"/>
          </p:nvPr>
        </p:nvSpPr>
        <p:spPr>
          <a:xfrm>
            <a:off x="8439912" y="3203687"/>
            <a:ext cx="3291900" cy="2968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sz="1800"/>
            </a:lvl1pPr>
            <a:lvl2pPr indent="-342900" lvl="1" marL="914400" algn="l">
              <a:lnSpc>
                <a:spcPct val="110000"/>
              </a:lnSpc>
              <a:spcBef>
                <a:spcPts val="1000"/>
              </a:spcBef>
              <a:spcAft>
                <a:spcPts val="0"/>
              </a:spcAft>
              <a:buClr>
                <a:schemeClr val="dk1"/>
              </a:buClr>
              <a:buSzPts val="1800"/>
              <a:buChar char="•"/>
              <a:defRPr sz="1800"/>
            </a:lvl2pPr>
            <a:lvl3pPr indent="-342900" lvl="2" marL="1371600" algn="l">
              <a:lnSpc>
                <a:spcPct val="110000"/>
              </a:lnSpc>
              <a:spcBef>
                <a:spcPts val="1000"/>
              </a:spcBef>
              <a:spcAft>
                <a:spcPts val="0"/>
              </a:spcAft>
              <a:buClr>
                <a:schemeClr val="dk1"/>
              </a:buClr>
              <a:buSzPts val="1800"/>
              <a:buChar char="•"/>
              <a:defRPr sz="1800"/>
            </a:lvl3pPr>
            <a:lvl4pPr indent="-342900" lvl="3" marL="1828800" algn="l">
              <a:lnSpc>
                <a:spcPct val="110000"/>
              </a:lnSpc>
              <a:spcBef>
                <a:spcPts val="1000"/>
              </a:spcBef>
              <a:spcAft>
                <a:spcPts val="0"/>
              </a:spcAft>
              <a:buClr>
                <a:schemeClr val="dk1"/>
              </a:buClr>
              <a:buSzPts val="1800"/>
              <a:buChar char="•"/>
              <a:defRPr sz="1800"/>
            </a:lvl4pPr>
            <a:lvl5pPr indent="-342900" lvl="4" marL="2286000" algn="l">
              <a:lnSpc>
                <a:spcPct val="110000"/>
              </a:lnSpc>
              <a:spcBef>
                <a:spcPts val="10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3 pictures">
  <p:cSld name="Title and Content with 3 pictures">
    <p:spTree>
      <p:nvGrpSpPr>
        <p:cNvPr id="97" name="Shape 97"/>
        <p:cNvGrpSpPr/>
        <p:nvPr/>
      </p:nvGrpSpPr>
      <p:grpSpPr>
        <a:xfrm>
          <a:off x="0" y="0"/>
          <a:ext cx="0" cy="0"/>
          <a:chOff x="0" y="0"/>
          <a:chExt cx="0" cy="0"/>
        </a:xfrm>
      </p:grpSpPr>
      <p:sp>
        <p:nvSpPr>
          <p:cNvPr id="98" name="Google Shape;98;p12"/>
          <p:cNvSpPr txBox="1"/>
          <p:nvPr>
            <p:ph type="title"/>
          </p:nvPr>
        </p:nvSpPr>
        <p:spPr>
          <a:xfrm>
            <a:off x="841248" y="978408"/>
            <a:ext cx="4059900" cy="1106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2800"/>
              <a:buFont typeface="Quattrocento Sans"/>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2"/>
          <p:cNvSpPr txBox="1"/>
          <p:nvPr>
            <p:ph idx="1" type="body"/>
          </p:nvPr>
        </p:nvSpPr>
        <p:spPr>
          <a:xfrm>
            <a:off x="841248" y="2359152"/>
            <a:ext cx="4059900" cy="3429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2"/>
          <p:cNvSpPr/>
          <p:nvPr>
            <p:ph idx="2" type="pic"/>
          </p:nvPr>
        </p:nvSpPr>
        <p:spPr>
          <a:xfrm>
            <a:off x="8961120" y="566928"/>
            <a:ext cx="2871300" cy="2340900"/>
          </a:xfrm>
          <a:prstGeom prst="rect">
            <a:avLst/>
          </a:prstGeom>
          <a:noFill/>
          <a:ln>
            <a:noFill/>
          </a:ln>
        </p:spPr>
      </p:sp>
      <p:sp>
        <p:nvSpPr>
          <p:cNvPr id="101" name="Google Shape;101;p12"/>
          <p:cNvSpPr/>
          <p:nvPr>
            <p:ph idx="3" type="pic"/>
          </p:nvPr>
        </p:nvSpPr>
        <p:spPr>
          <a:xfrm>
            <a:off x="5843016" y="566928"/>
            <a:ext cx="2871300" cy="2340900"/>
          </a:xfrm>
          <a:prstGeom prst="rect">
            <a:avLst/>
          </a:prstGeom>
          <a:noFill/>
          <a:ln>
            <a:noFill/>
          </a:ln>
        </p:spPr>
      </p:sp>
      <p:sp>
        <p:nvSpPr>
          <p:cNvPr id="102" name="Google Shape;102;p12"/>
          <p:cNvSpPr/>
          <p:nvPr/>
        </p:nvSpPr>
        <p:spPr>
          <a:xfrm>
            <a:off x="345567" y="1170432"/>
            <a:ext cx="128100" cy="7041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03" name="Google Shape;103;p12"/>
          <p:cNvSpPr/>
          <p:nvPr/>
        </p:nvSpPr>
        <p:spPr>
          <a:xfrm>
            <a:off x="877459" y="2121408"/>
            <a:ext cx="3958800" cy="9000"/>
          </a:xfrm>
          <a:prstGeom prst="rect">
            <a:avLst/>
          </a:prstGeom>
          <a:solidFill>
            <a:srgbClr val="C8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04" name="Google Shape;104;p12"/>
          <p:cNvSpPr/>
          <p:nvPr>
            <p:ph idx="4" type="pic"/>
          </p:nvPr>
        </p:nvSpPr>
        <p:spPr>
          <a:xfrm>
            <a:off x="5843016" y="3108960"/>
            <a:ext cx="5989200" cy="3054000"/>
          </a:xfrm>
          <a:prstGeom prst="rect">
            <a:avLst/>
          </a:prstGeom>
          <a:noFill/>
          <a:ln>
            <a:noFill/>
          </a:ln>
        </p:spPr>
      </p:sp>
      <p:sp>
        <p:nvSpPr>
          <p:cNvPr id="105" name="Google Shape;105;p12"/>
          <p:cNvSpPr txBox="1"/>
          <p:nvPr>
            <p:ph idx="12" type="sldNum"/>
          </p:nvPr>
        </p:nvSpPr>
        <p:spPr>
          <a:xfrm>
            <a:off x="8540496"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p13"/>
          <p:cNvSpPr/>
          <p:nvPr/>
        </p:nvSpPr>
        <p:spPr>
          <a:xfrm>
            <a:off x="609084" y="2971798"/>
            <a:ext cx="1281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08" name="Google Shape;108;p13"/>
          <p:cNvSpPr txBox="1"/>
          <p:nvPr>
            <p:ph type="title"/>
          </p:nvPr>
        </p:nvSpPr>
        <p:spPr>
          <a:xfrm>
            <a:off x="1078992" y="1938528"/>
            <a:ext cx="10177200" cy="299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5400"/>
              <a:buFont typeface="Quattrocento San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
        <p:nvSpPr>
          <p:cNvPr id="111" name="Google Shape;111;p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2" name="Shape 112"/>
        <p:cNvGrpSpPr/>
        <p:nvPr/>
      </p:nvGrpSpPr>
      <p:grpSpPr>
        <a:xfrm>
          <a:off x="0" y="0"/>
          <a:ext cx="0" cy="0"/>
          <a:chOff x="0" y="0"/>
          <a:chExt cx="0" cy="0"/>
        </a:xfrm>
      </p:grpSpPr>
      <p:sp>
        <p:nvSpPr>
          <p:cNvPr id="113" name="Google Shape;113;p15"/>
          <p:cNvSpPr/>
          <p:nvPr/>
        </p:nvSpPr>
        <p:spPr>
          <a:xfrm>
            <a:off x="498834" y="1618375"/>
            <a:ext cx="146400" cy="822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14" name="Google Shape;114;p15"/>
          <p:cNvSpPr txBox="1"/>
          <p:nvPr>
            <p:ph type="title"/>
          </p:nvPr>
        </p:nvSpPr>
        <p:spPr>
          <a:xfrm>
            <a:off x="868680" y="1362456"/>
            <a:ext cx="3099900" cy="15861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0033CC"/>
              </a:buClr>
              <a:buSzPts val="3400"/>
              <a:buFont typeface="Quattrocento Sans"/>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5"/>
          <p:cNvSpPr txBox="1"/>
          <p:nvPr>
            <p:ph idx="1" type="body"/>
          </p:nvPr>
        </p:nvSpPr>
        <p:spPr>
          <a:xfrm>
            <a:off x="4965192" y="1162033"/>
            <a:ext cx="6729900" cy="4644300"/>
          </a:xfrm>
          <a:prstGeom prst="rect">
            <a:avLst/>
          </a:prstGeom>
          <a:noFill/>
          <a:ln>
            <a:noFill/>
          </a:ln>
        </p:spPr>
        <p:txBody>
          <a:bodyPr anchorCtr="0" anchor="t" bIns="45700" lIns="91425" spcFirstLastPara="1" rIns="91425" wrap="square" tIns="45700">
            <a:normAutofit/>
          </a:bodyPr>
          <a:lstStyle>
            <a:lvl1pPr indent="-406400" lvl="0" marL="457200" algn="l">
              <a:lnSpc>
                <a:spcPct val="110000"/>
              </a:lnSpc>
              <a:spcBef>
                <a:spcPts val="1000"/>
              </a:spcBef>
              <a:spcAft>
                <a:spcPts val="0"/>
              </a:spcAft>
              <a:buClr>
                <a:schemeClr val="dk1"/>
              </a:buClr>
              <a:buSzPts val="2800"/>
              <a:buChar char="•"/>
              <a:defRPr sz="2800"/>
            </a:lvl1pPr>
            <a:lvl2pPr indent="-381000" lvl="1" marL="914400" algn="l">
              <a:lnSpc>
                <a:spcPct val="110000"/>
              </a:lnSpc>
              <a:spcBef>
                <a:spcPts val="500"/>
              </a:spcBef>
              <a:spcAft>
                <a:spcPts val="0"/>
              </a:spcAft>
              <a:buClr>
                <a:schemeClr val="dk1"/>
              </a:buClr>
              <a:buSzPts val="2400"/>
              <a:buChar char="•"/>
              <a:defRPr sz="24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6" name="Google Shape;116;p15"/>
          <p:cNvSpPr txBox="1"/>
          <p:nvPr>
            <p:ph idx="2" type="body"/>
          </p:nvPr>
        </p:nvSpPr>
        <p:spPr>
          <a:xfrm>
            <a:off x="868680" y="3013788"/>
            <a:ext cx="3099900" cy="24819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7" name="Google Shape;117;p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16"/>
          <p:cNvSpPr/>
          <p:nvPr/>
        </p:nvSpPr>
        <p:spPr>
          <a:xfrm>
            <a:off x="498834" y="1618375"/>
            <a:ext cx="146400" cy="822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20" name="Google Shape;120;p16"/>
          <p:cNvSpPr txBox="1"/>
          <p:nvPr>
            <p:ph type="title"/>
          </p:nvPr>
        </p:nvSpPr>
        <p:spPr>
          <a:xfrm>
            <a:off x="868680" y="1709928"/>
            <a:ext cx="3099900" cy="1710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0033CC"/>
              </a:buClr>
              <a:buSzPts val="3400"/>
              <a:buFont typeface="Quattrocento Sans"/>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16"/>
          <p:cNvSpPr/>
          <p:nvPr>
            <p:ph idx="2" type="pic"/>
          </p:nvPr>
        </p:nvSpPr>
        <p:spPr>
          <a:xfrm>
            <a:off x="4965192" y="1161288"/>
            <a:ext cx="6729900" cy="4645200"/>
          </a:xfrm>
          <a:prstGeom prst="rect">
            <a:avLst/>
          </a:prstGeom>
          <a:noFill/>
          <a:ln>
            <a:noFill/>
          </a:ln>
        </p:spPr>
      </p:sp>
      <p:sp>
        <p:nvSpPr>
          <p:cNvPr id="122" name="Google Shape;122;p16"/>
          <p:cNvSpPr txBox="1"/>
          <p:nvPr>
            <p:ph idx="1" type="body"/>
          </p:nvPr>
        </p:nvSpPr>
        <p:spPr>
          <a:xfrm>
            <a:off x="868680" y="3438144"/>
            <a:ext cx="3099900" cy="20574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3" name="Google Shape;123;p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png"/><Relationship Id="rId2" Type="http://schemas.openxmlformats.org/officeDocument/2006/relationships/image" Target="../media/image3.gif"/><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839755"/>
            <a:ext cx="10515600" cy="8508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33CC"/>
              </a:buClr>
              <a:buSzPts val="4400"/>
              <a:buFont typeface="Roboto Medium"/>
              <a:buNone/>
              <a:defRPr i="0" sz="4400" u="none" cap="none" strike="noStrike">
                <a:solidFill>
                  <a:srgbClr val="0033CC"/>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10000"/>
              </a:lnSpc>
              <a:spcBef>
                <a:spcPts val="1000"/>
              </a:spcBef>
              <a:spcAft>
                <a:spcPts val="0"/>
              </a:spcAft>
              <a:buClr>
                <a:schemeClr val="dk1"/>
              </a:buClr>
              <a:buSzPts val="2800"/>
              <a:buFont typeface="Roboto"/>
              <a:buChar char="•"/>
              <a:defRPr i="0" sz="2800" u="none" cap="none" strike="noStrike">
                <a:solidFill>
                  <a:schemeClr val="dk1"/>
                </a:solidFill>
                <a:latin typeface="Roboto"/>
                <a:ea typeface="Roboto"/>
                <a:cs typeface="Roboto"/>
                <a:sym typeface="Roboto"/>
              </a:defRPr>
            </a:lvl1pPr>
            <a:lvl2pPr indent="-381000" lvl="1" marL="914400" marR="0" rtl="0" algn="l">
              <a:lnSpc>
                <a:spcPct val="110000"/>
              </a:lnSpc>
              <a:spcBef>
                <a:spcPts val="500"/>
              </a:spcBef>
              <a:spcAft>
                <a:spcPts val="0"/>
              </a:spcAft>
              <a:buClr>
                <a:schemeClr val="dk1"/>
              </a:buClr>
              <a:buSzPts val="2400"/>
              <a:buFont typeface="Roboto"/>
              <a:buChar char="•"/>
              <a:defRPr i="0" sz="2400" u="none" cap="none" strike="noStrike">
                <a:solidFill>
                  <a:schemeClr val="dk1"/>
                </a:solidFill>
                <a:latin typeface="Roboto"/>
                <a:ea typeface="Roboto"/>
                <a:cs typeface="Roboto"/>
                <a:sym typeface="Roboto"/>
              </a:defRPr>
            </a:lvl2pPr>
            <a:lvl3pPr indent="-355600" lvl="2" marL="1371600" marR="0" rtl="0" algn="l">
              <a:lnSpc>
                <a:spcPct val="110000"/>
              </a:lnSpc>
              <a:spcBef>
                <a:spcPts val="500"/>
              </a:spcBef>
              <a:spcAft>
                <a:spcPts val="0"/>
              </a:spcAft>
              <a:buClr>
                <a:schemeClr val="dk1"/>
              </a:buClr>
              <a:buSzPts val="2000"/>
              <a:buFont typeface="Roboto"/>
              <a:buChar char="•"/>
              <a:defRPr i="0" sz="2000" u="none" cap="none" strike="noStrike">
                <a:solidFill>
                  <a:schemeClr val="dk1"/>
                </a:solidFill>
                <a:latin typeface="Roboto"/>
                <a:ea typeface="Roboto"/>
                <a:cs typeface="Roboto"/>
                <a:sym typeface="Roboto"/>
              </a:defRPr>
            </a:lvl3pPr>
            <a:lvl4pPr indent="-342900" lvl="3" marL="1828800" marR="0" rtl="0" algn="l">
              <a:lnSpc>
                <a:spcPct val="11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4pPr>
            <a:lvl5pPr indent="-342900" lvl="4" marL="2286000" marR="0" rtl="0" algn="l">
              <a:lnSpc>
                <a:spcPct val="11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6pPr>
            <a:lvl7pPr indent="-342900" lvl="6" marL="32004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7pPr>
            <a:lvl8pPr indent="-342900" lvl="7" marL="36576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8pPr>
            <a:lvl9pPr indent="-342900" lvl="8" marL="41148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9pPr>
          </a:lstStyle>
          <a:p/>
        </p:txBody>
      </p:sp>
      <p:sp>
        <p:nvSpPr>
          <p:cNvPr id="12" name="Google Shape;12;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chemeClr val="lt1"/>
                </a:solidFill>
                <a:latin typeface="Avenir"/>
                <a:ea typeface="Avenir"/>
                <a:cs typeface="Avenir"/>
                <a:sym typeface="Avenir"/>
              </a:defRPr>
            </a:lvl1pPr>
            <a:lvl2pPr indent="0" lvl="1" marL="0" marR="0" rtl="0" algn="r">
              <a:spcBef>
                <a:spcPts val="0"/>
              </a:spcBef>
              <a:buNone/>
              <a:defRPr b="1" i="0" sz="1200" u="none" cap="none" strike="noStrike">
                <a:solidFill>
                  <a:schemeClr val="lt1"/>
                </a:solidFill>
                <a:latin typeface="Avenir"/>
                <a:ea typeface="Avenir"/>
                <a:cs typeface="Avenir"/>
                <a:sym typeface="Avenir"/>
              </a:defRPr>
            </a:lvl2pPr>
            <a:lvl3pPr indent="0" lvl="2" marL="0" marR="0" rtl="0" algn="r">
              <a:spcBef>
                <a:spcPts val="0"/>
              </a:spcBef>
              <a:buNone/>
              <a:defRPr b="1" i="0" sz="1200" u="none" cap="none" strike="noStrike">
                <a:solidFill>
                  <a:schemeClr val="lt1"/>
                </a:solidFill>
                <a:latin typeface="Avenir"/>
                <a:ea typeface="Avenir"/>
                <a:cs typeface="Avenir"/>
                <a:sym typeface="Avenir"/>
              </a:defRPr>
            </a:lvl3pPr>
            <a:lvl4pPr indent="0" lvl="3" marL="0" marR="0" rtl="0" algn="r">
              <a:spcBef>
                <a:spcPts val="0"/>
              </a:spcBef>
              <a:buNone/>
              <a:defRPr b="1" i="0" sz="1200" u="none" cap="none" strike="noStrike">
                <a:solidFill>
                  <a:schemeClr val="lt1"/>
                </a:solidFill>
                <a:latin typeface="Avenir"/>
                <a:ea typeface="Avenir"/>
                <a:cs typeface="Avenir"/>
                <a:sym typeface="Avenir"/>
              </a:defRPr>
            </a:lvl4pPr>
            <a:lvl5pPr indent="0" lvl="4" marL="0" marR="0" rtl="0" algn="r">
              <a:spcBef>
                <a:spcPts val="0"/>
              </a:spcBef>
              <a:buNone/>
              <a:defRPr b="1" i="0" sz="1200" u="none" cap="none" strike="noStrike">
                <a:solidFill>
                  <a:schemeClr val="lt1"/>
                </a:solidFill>
                <a:latin typeface="Avenir"/>
                <a:ea typeface="Avenir"/>
                <a:cs typeface="Avenir"/>
                <a:sym typeface="Avenir"/>
              </a:defRPr>
            </a:lvl5pPr>
            <a:lvl6pPr indent="0" lvl="5" marL="0" marR="0" rtl="0" algn="r">
              <a:spcBef>
                <a:spcPts val="0"/>
              </a:spcBef>
              <a:buNone/>
              <a:defRPr b="1" i="0" sz="1200" u="none" cap="none" strike="noStrike">
                <a:solidFill>
                  <a:schemeClr val="lt1"/>
                </a:solidFill>
                <a:latin typeface="Avenir"/>
                <a:ea typeface="Avenir"/>
                <a:cs typeface="Avenir"/>
                <a:sym typeface="Avenir"/>
              </a:defRPr>
            </a:lvl6pPr>
            <a:lvl7pPr indent="0" lvl="6" marL="0" marR="0" rtl="0" algn="r">
              <a:spcBef>
                <a:spcPts val="0"/>
              </a:spcBef>
              <a:buNone/>
              <a:defRPr b="1" i="0" sz="1200" u="none" cap="none" strike="noStrike">
                <a:solidFill>
                  <a:schemeClr val="lt1"/>
                </a:solidFill>
                <a:latin typeface="Avenir"/>
                <a:ea typeface="Avenir"/>
                <a:cs typeface="Avenir"/>
                <a:sym typeface="Avenir"/>
              </a:defRPr>
            </a:lvl7pPr>
            <a:lvl8pPr indent="0" lvl="7" marL="0" marR="0" rtl="0" algn="r">
              <a:spcBef>
                <a:spcPts val="0"/>
              </a:spcBef>
              <a:buNone/>
              <a:defRPr b="1" i="0" sz="1200" u="none" cap="none" strike="noStrike">
                <a:solidFill>
                  <a:schemeClr val="lt1"/>
                </a:solidFill>
                <a:latin typeface="Avenir"/>
                <a:ea typeface="Avenir"/>
                <a:cs typeface="Avenir"/>
                <a:sym typeface="Avenir"/>
              </a:defRPr>
            </a:lvl8pPr>
            <a:lvl9pPr indent="0" lvl="8" marL="0" marR="0" rtl="0" algn="r">
              <a:spcBef>
                <a:spcPts val="0"/>
              </a:spcBef>
              <a:buNone/>
              <a:defRPr b="1" i="0" sz="12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pic>
        <p:nvPicPr>
          <p:cNvPr id="13" name="Google Shape;13;p1"/>
          <p:cNvPicPr preferRelativeResize="0"/>
          <p:nvPr/>
        </p:nvPicPr>
        <p:blipFill>
          <a:blip r:embed="rId2">
            <a:alphaModFix/>
          </a:blip>
          <a:stretch>
            <a:fillRect/>
          </a:stretch>
        </p:blipFill>
        <p:spPr>
          <a:xfrm>
            <a:off x="11017018" y="93553"/>
            <a:ext cx="952707" cy="416125"/>
          </a:xfrm>
          <a:prstGeom prst="rect">
            <a:avLst/>
          </a:prstGeom>
          <a:noFill/>
          <a:ln>
            <a:noFill/>
          </a:ln>
        </p:spPr>
      </p:pic>
      <p:grpSp>
        <p:nvGrpSpPr>
          <p:cNvPr id="14" name="Google Shape;14;p1"/>
          <p:cNvGrpSpPr/>
          <p:nvPr/>
        </p:nvGrpSpPr>
        <p:grpSpPr>
          <a:xfrm>
            <a:off x="65307" y="93553"/>
            <a:ext cx="2423427" cy="416115"/>
            <a:chOff x="272823" y="93550"/>
            <a:chExt cx="3559152" cy="611125"/>
          </a:xfrm>
        </p:grpSpPr>
        <p:pic>
          <p:nvPicPr>
            <p:cNvPr id="15" name="Google Shape;15;p1"/>
            <p:cNvPicPr preferRelativeResize="0"/>
            <p:nvPr/>
          </p:nvPicPr>
          <p:blipFill>
            <a:blip r:embed="rId3">
              <a:alphaModFix/>
            </a:blip>
            <a:stretch>
              <a:fillRect/>
            </a:stretch>
          </p:blipFill>
          <p:spPr>
            <a:xfrm>
              <a:off x="1272326" y="147200"/>
              <a:ext cx="2559649" cy="503825"/>
            </a:xfrm>
            <a:prstGeom prst="rect">
              <a:avLst/>
            </a:prstGeom>
            <a:noFill/>
            <a:ln>
              <a:noFill/>
            </a:ln>
          </p:spPr>
        </p:pic>
        <p:pic>
          <p:nvPicPr>
            <p:cNvPr id="16" name="Google Shape;16;p1"/>
            <p:cNvPicPr preferRelativeResize="0"/>
            <p:nvPr/>
          </p:nvPicPr>
          <p:blipFill>
            <a:blip r:embed="rId4">
              <a:alphaModFix/>
            </a:blip>
            <a:stretch>
              <a:fillRect/>
            </a:stretch>
          </p:blipFill>
          <p:spPr>
            <a:xfrm>
              <a:off x="272823" y="93550"/>
              <a:ext cx="999502" cy="611125"/>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odelearn.io/learning/python-co-ban" TargetMode="Externa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hyperlink" Target="mailto:phuc@lhu.edu.vn" TargetMode="External"/><Relationship Id="rId6" Type="http://schemas.openxmlformats.org/officeDocument/2006/relationships/image" Target="../media/image8.png"/><Relationship Id="rId7"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ctrTitle"/>
          </p:nvPr>
        </p:nvSpPr>
        <p:spPr>
          <a:xfrm>
            <a:off x="1801368" y="1664208"/>
            <a:ext cx="8586216" cy="217627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6600"/>
              <a:buFont typeface="Quattrocento Sans"/>
              <a:buNone/>
            </a:pPr>
            <a:r>
              <a:rPr lang="en-US"/>
              <a:t>LỚP CHUYỂN  ĐỔI KIẾN THỨC</a:t>
            </a:r>
            <a:endParaRPr/>
          </a:p>
        </p:txBody>
      </p:sp>
      <p:sp>
        <p:nvSpPr>
          <p:cNvPr id="130" name="Google Shape;130;p17"/>
          <p:cNvSpPr txBox="1"/>
          <p:nvPr>
            <p:ph idx="1" type="subTitle"/>
          </p:nvPr>
        </p:nvSpPr>
        <p:spPr>
          <a:xfrm>
            <a:off x="2487168" y="4142232"/>
            <a:ext cx="7223760" cy="685800"/>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lnSpc>
                <a:spcPct val="110000"/>
              </a:lnSpc>
              <a:spcBef>
                <a:spcPts val="0"/>
              </a:spcBef>
              <a:spcAft>
                <a:spcPts val="0"/>
              </a:spcAft>
              <a:buClr>
                <a:schemeClr val="lt1"/>
              </a:buClr>
              <a:buSzPts val="2800"/>
              <a:buNone/>
            </a:pPr>
            <a:r>
              <a:rPr lang="en-US"/>
              <a:t>Kỹ thuật lập trình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ph type="ctrTitle"/>
          </p:nvPr>
        </p:nvSpPr>
        <p:spPr>
          <a:xfrm>
            <a:off x="0" y="1664200"/>
            <a:ext cx="12192000" cy="2176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Nền tảng tư duy lập trình </a:t>
            </a:r>
            <a:endParaRPr/>
          </a:p>
          <a:p>
            <a:pPr indent="0" lvl="0" marL="0" rtl="0" algn="ctr">
              <a:spcBef>
                <a:spcPts val="0"/>
              </a:spcBef>
              <a:spcAft>
                <a:spcPts val="0"/>
              </a:spcAft>
              <a:buNone/>
            </a:pPr>
            <a:r>
              <a:rPr lang="en-US"/>
              <a:t>Tiếp cận AI trợ giúp lập trình</a:t>
            </a:r>
            <a:endParaRPr/>
          </a:p>
        </p:txBody>
      </p:sp>
      <p:sp>
        <p:nvSpPr>
          <p:cNvPr id="137" name="Google Shape;137;p18"/>
          <p:cNvSpPr txBox="1"/>
          <p:nvPr>
            <p:ph idx="1" type="subTitle"/>
          </p:nvPr>
        </p:nvSpPr>
        <p:spPr>
          <a:xfrm>
            <a:off x="2487168" y="4142232"/>
            <a:ext cx="7223700" cy="685800"/>
          </a:xfrm>
          <a:prstGeom prst="rect">
            <a:avLst/>
          </a:prstGeom>
        </p:spPr>
        <p:txBody>
          <a:bodyPr anchorCtr="0" anchor="ctr" bIns="45700" lIns="91425" spcFirstLastPara="1" rIns="91425" wrap="square" tIns="45700">
            <a:normAutofit/>
          </a:bodyPr>
          <a:lstStyle/>
          <a:p>
            <a:pPr indent="0" lvl="0" marL="0" rtl="0" algn="ctr">
              <a:spcBef>
                <a:spcPts val="1000"/>
              </a:spcBef>
              <a:spcAft>
                <a:spcPts val="0"/>
              </a:spcAft>
              <a:buNone/>
            </a:pPr>
            <a:r>
              <a:rPr lang="en-US"/>
              <a:t>Buổi 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txBox="1"/>
          <p:nvPr>
            <p:ph type="title"/>
          </p:nvPr>
        </p:nvSpPr>
        <p:spPr>
          <a:xfrm>
            <a:off x="2460275" y="95350"/>
            <a:ext cx="9323100" cy="40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Mục tiêu buổi học</a:t>
            </a:r>
            <a:endParaRPr/>
          </a:p>
        </p:txBody>
      </p:sp>
      <p:sp>
        <p:nvSpPr>
          <p:cNvPr id="144" name="Google Shape;144;p19"/>
          <p:cNvSpPr txBox="1"/>
          <p:nvPr>
            <p:ph idx="1" type="body"/>
          </p:nvPr>
        </p:nvSpPr>
        <p:spPr>
          <a:xfrm>
            <a:off x="122350" y="1272050"/>
            <a:ext cx="11976000" cy="43515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Học viên hiểu </a:t>
            </a:r>
            <a:r>
              <a:rPr b="1" lang="en-US">
                <a:solidFill>
                  <a:srgbClr val="FF9900"/>
                </a:solidFill>
              </a:rPr>
              <a:t>nguyên lý lập trình</a:t>
            </a:r>
            <a:r>
              <a:rPr lang="en-US"/>
              <a:t> theo cách dễ tiếp cận nhất cho người trái ngành.</a:t>
            </a:r>
            <a:endParaRPr/>
          </a:p>
          <a:p>
            <a:pPr indent="-342900" lvl="0" marL="457200" rtl="0" algn="l">
              <a:spcBef>
                <a:spcPts val="0"/>
              </a:spcBef>
              <a:spcAft>
                <a:spcPts val="0"/>
              </a:spcAft>
              <a:buSzPts val="1800"/>
              <a:buChar char="❖"/>
            </a:pPr>
            <a:r>
              <a:rPr lang="en-US"/>
              <a:t>Nắm được </a:t>
            </a:r>
            <a:r>
              <a:rPr b="1" lang="en-US">
                <a:solidFill>
                  <a:srgbClr val="0033CC"/>
                </a:solidFill>
              </a:rPr>
              <a:t>cú pháp Python</a:t>
            </a:r>
            <a:r>
              <a:rPr lang="en-US"/>
              <a:t>, chạy được chương trình, đọc hiểu code.</a:t>
            </a:r>
            <a:endParaRPr/>
          </a:p>
          <a:p>
            <a:pPr indent="-342900" lvl="0" marL="457200" rtl="0" algn="l">
              <a:spcBef>
                <a:spcPts val="0"/>
              </a:spcBef>
              <a:spcAft>
                <a:spcPts val="0"/>
              </a:spcAft>
              <a:buSzPts val="1800"/>
              <a:buChar char="❖"/>
            </a:pPr>
            <a:r>
              <a:rPr lang="en-US"/>
              <a:t>Biết tạo</a:t>
            </a:r>
            <a:r>
              <a:rPr b="1" lang="en-US"/>
              <a:t> </a:t>
            </a:r>
            <a:r>
              <a:rPr b="1" lang="en-US">
                <a:solidFill>
                  <a:srgbClr val="FF00FF"/>
                </a:solidFill>
              </a:rPr>
              <a:t>môi trường lập trình</a:t>
            </a:r>
            <a:r>
              <a:rPr lang="en-US"/>
              <a:t> chuẩn: Python, VS Code, Jupyter Notebook.</a:t>
            </a:r>
            <a:endParaRPr/>
          </a:p>
          <a:p>
            <a:pPr indent="-342900" lvl="0" marL="457200" rtl="0" algn="l">
              <a:spcBef>
                <a:spcPts val="0"/>
              </a:spcBef>
              <a:spcAft>
                <a:spcPts val="0"/>
              </a:spcAft>
              <a:buSzPts val="1800"/>
              <a:buChar char="❖"/>
            </a:pPr>
            <a:r>
              <a:rPr lang="en-US"/>
              <a:t>Biết</a:t>
            </a:r>
            <a:r>
              <a:rPr b="1" lang="en-US"/>
              <a:t> </a:t>
            </a:r>
            <a:r>
              <a:rPr b="1" lang="en-US">
                <a:solidFill>
                  <a:schemeClr val="accent4"/>
                </a:solidFill>
              </a:rPr>
              <a:t>sử dụng ChatGPT/Copilot</a:t>
            </a:r>
            <a:r>
              <a:rPr b="1" lang="en-US"/>
              <a:t> </a:t>
            </a:r>
            <a:r>
              <a:rPr lang="en-US"/>
              <a:t>như một AI lập trình viên hỗ trợ.</a:t>
            </a:r>
            <a:endParaRPr/>
          </a:p>
          <a:p>
            <a:pPr indent="-342900" lvl="0" marL="457200" rtl="0" algn="l">
              <a:spcBef>
                <a:spcPts val="0"/>
              </a:spcBef>
              <a:spcAft>
                <a:spcPts val="0"/>
              </a:spcAft>
              <a:buSzPts val="1800"/>
              <a:buChar char="❖"/>
            </a:pPr>
            <a:r>
              <a:rPr lang="en-US"/>
              <a:t>Làm được các bài tập Python cơ bản + luyện AI để viết code.</a:t>
            </a:r>
            <a:endParaRPr/>
          </a:p>
        </p:txBody>
      </p:sp>
      <p:sp>
        <p:nvSpPr>
          <p:cNvPr id="145" name="Google Shape;145;p19"/>
          <p:cNvSpPr txBox="1"/>
          <p:nvPr>
            <p:ph idx="12" type="sldNum"/>
          </p:nvPr>
        </p:nvSpPr>
        <p:spPr>
          <a:xfrm>
            <a:off x="9298142" y="636505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46" name="Google Shape;146;p19"/>
          <p:cNvSpPr txBox="1"/>
          <p:nvPr>
            <p:ph idx="2" type="title"/>
          </p:nvPr>
        </p:nvSpPr>
        <p:spPr>
          <a:xfrm>
            <a:off x="3013300" y="461350"/>
            <a:ext cx="6194100" cy="46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Mục tiêu</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title"/>
          </p:nvPr>
        </p:nvSpPr>
        <p:spPr>
          <a:xfrm>
            <a:off x="2460275" y="95350"/>
            <a:ext cx="9323100" cy="40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TƯ DUY LẬP TRÌNH</a:t>
            </a:r>
            <a:endParaRPr/>
          </a:p>
        </p:txBody>
      </p:sp>
      <p:sp>
        <p:nvSpPr>
          <p:cNvPr id="153" name="Google Shape;153;p20"/>
          <p:cNvSpPr txBox="1"/>
          <p:nvPr>
            <p:ph idx="1" type="body"/>
          </p:nvPr>
        </p:nvSpPr>
        <p:spPr>
          <a:xfrm>
            <a:off x="122350" y="1074775"/>
            <a:ext cx="11976000" cy="4548600"/>
          </a:xfrm>
          <a:prstGeom prst="rect">
            <a:avLst/>
          </a:prstGeom>
        </p:spPr>
        <p:txBody>
          <a:bodyPr anchorCtr="0" anchor="t" bIns="45700" lIns="91425" spcFirstLastPara="1" rIns="91425" wrap="square" tIns="45700">
            <a:normAutofit fontScale="92500" lnSpcReduction="20000"/>
          </a:bodyPr>
          <a:lstStyle/>
          <a:p>
            <a:pPr indent="0" lvl="0" marL="0" rtl="0" algn="just">
              <a:spcBef>
                <a:spcPts val="1000"/>
              </a:spcBef>
              <a:spcAft>
                <a:spcPts val="0"/>
              </a:spcAft>
              <a:buNone/>
            </a:pPr>
            <a:r>
              <a:rPr b="1" lang="en-US"/>
              <a:t>Tư duy giải quyết vấn đề</a:t>
            </a:r>
            <a:endParaRPr b="1"/>
          </a:p>
          <a:p>
            <a:pPr indent="-334327" lvl="0" marL="914400" rtl="0" algn="just">
              <a:spcBef>
                <a:spcPts val="1000"/>
              </a:spcBef>
              <a:spcAft>
                <a:spcPts val="0"/>
              </a:spcAft>
              <a:buSzPct val="64285"/>
              <a:buChar char="★"/>
            </a:pPr>
            <a:r>
              <a:rPr lang="en-US"/>
              <a:t>Lập trình </a:t>
            </a:r>
            <a:r>
              <a:rPr b="1" lang="en-US">
                <a:solidFill>
                  <a:srgbClr val="0033CC"/>
                </a:solidFill>
              </a:rPr>
              <a:t>không phải</a:t>
            </a:r>
            <a:r>
              <a:rPr lang="en-US"/>
              <a:t> viết code.</a:t>
            </a:r>
            <a:endParaRPr/>
          </a:p>
          <a:p>
            <a:pPr indent="-334327" lvl="0" marL="914400" rtl="0" algn="just">
              <a:spcBef>
                <a:spcPts val="0"/>
              </a:spcBef>
              <a:spcAft>
                <a:spcPts val="0"/>
              </a:spcAft>
              <a:buSzPct val="64285"/>
              <a:buChar char="★"/>
            </a:pPr>
            <a:r>
              <a:rPr lang="en-US"/>
              <a:t>Lập trình = </a:t>
            </a:r>
            <a:r>
              <a:rPr b="1" lang="en-US">
                <a:solidFill>
                  <a:schemeClr val="accent1"/>
                </a:solidFill>
              </a:rPr>
              <a:t>chia nhỏ vấn đề</a:t>
            </a:r>
            <a:r>
              <a:rPr lang="en-US"/>
              <a:t> + </a:t>
            </a:r>
            <a:r>
              <a:rPr b="1" lang="en-US">
                <a:solidFill>
                  <a:srgbClr val="0033CC"/>
                </a:solidFill>
              </a:rPr>
              <a:t>mô tả bằng ngôn ngữ</a:t>
            </a:r>
            <a:r>
              <a:rPr lang="en-US"/>
              <a:t> máy hiểu.</a:t>
            </a:r>
            <a:endParaRPr/>
          </a:p>
          <a:p>
            <a:pPr indent="-334327" lvl="0" marL="914400" rtl="0" algn="just">
              <a:spcBef>
                <a:spcPts val="0"/>
              </a:spcBef>
              <a:spcAft>
                <a:spcPts val="0"/>
              </a:spcAft>
              <a:buSzPct val="64285"/>
              <a:buChar char="★"/>
            </a:pPr>
            <a:r>
              <a:rPr b="1" lang="en-US"/>
              <a:t>Python</a:t>
            </a:r>
            <a:r>
              <a:rPr lang="en-US"/>
              <a:t> là công cụ để “diễn đạt ý tưởng bằng logic”.</a:t>
            </a:r>
            <a:endParaRPr/>
          </a:p>
          <a:p>
            <a:pPr indent="0" lvl="0" marL="0" rtl="0" algn="just">
              <a:spcBef>
                <a:spcPts val="1000"/>
              </a:spcBef>
              <a:spcAft>
                <a:spcPts val="0"/>
              </a:spcAft>
              <a:buNone/>
            </a:pPr>
            <a:r>
              <a:rPr b="1" lang="en-US"/>
              <a:t>Tư duy thuật toán theo hướng AI</a:t>
            </a:r>
            <a:endParaRPr b="1"/>
          </a:p>
          <a:p>
            <a:pPr indent="-334327" lvl="0" marL="914400" rtl="0" algn="just">
              <a:spcBef>
                <a:spcPts val="1000"/>
              </a:spcBef>
              <a:spcAft>
                <a:spcPts val="0"/>
              </a:spcAft>
              <a:buSzPct val="64285"/>
              <a:buChar char="★"/>
            </a:pPr>
            <a:r>
              <a:rPr lang="en-US"/>
              <a:t>Thay vì phải tự nghĩ thuật toán, AI có thể hỗ trợ:</a:t>
            </a:r>
            <a:endParaRPr/>
          </a:p>
          <a:p>
            <a:pPr indent="-334327" lvl="1" marL="1371600" rtl="0" algn="just">
              <a:spcBef>
                <a:spcPts val="0"/>
              </a:spcBef>
              <a:spcAft>
                <a:spcPts val="0"/>
              </a:spcAft>
              <a:buSzPct val="75000"/>
              <a:buChar char="○"/>
            </a:pPr>
            <a:r>
              <a:rPr lang="en-US"/>
              <a:t>Phân tích yêu cầu</a:t>
            </a:r>
            <a:endParaRPr/>
          </a:p>
          <a:p>
            <a:pPr indent="-334327" lvl="1" marL="1371600" rtl="0" algn="just">
              <a:spcBef>
                <a:spcPts val="0"/>
              </a:spcBef>
              <a:spcAft>
                <a:spcPts val="0"/>
              </a:spcAft>
              <a:buSzPct val="75000"/>
              <a:buChar char="○"/>
            </a:pPr>
            <a:r>
              <a:rPr lang="en-US"/>
              <a:t>Gợi ý cấu trúc chương trình</a:t>
            </a:r>
            <a:endParaRPr/>
          </a:p>
          <a:p>
            <a:pPr indent="-334327" lvl="1" marL="1371600" rtl="0" algn="just">
              <a:spcBef>
                <a:spcPts val="0"/>
              </a:spcBef>
              <a:spcAft>
                <a:spcPts val="0"/>
              </a:spcAft>
              <a:buSzPct val="75000"/>
              <a:buChar char="○"/>
            </a:pPr>
            <a:r>
              <a:rPr lang="en-US"/>
              <a:t>Sinh code</a:t>
            </a:r>
            <a:endParaRPr/>
          </a:p>
          <a:p>
            <a:pPr indent="-334327" lvl="1" marL="1371600" rtl="0" algn="just">
              <a:spcBef>
                <a:spcPts val="0"/>
              </a:spcBef>
              <a:spcAft>
                <a:spcPts val="0"/>
              </a:spcAft>
              <a:buSzPct val="75000"/>
              <a:buChar char="○"/>
            </a:pPr>
            <a:r>
              <a:rPr lang="en-US"/>
              <a:t>Refactor</a:t>
            </a:r>
            <a:endParaRPr/>
          </a:p>
          <a:p>
            <a:pPr indent="-334327" lvl="1" marL="1371600" rtl="0" algn="just">
              <a:spcBef>
                <a:spcPts val="0"/>
              </a:spcBef>
              <a:spcAft>
                <a:spcPts val="0"/>
              </a:spcAft>
              <a:buSzPct val="75000"/>
              <a:buChar char="○"/>
            </a:pPr>
            <a:r>
              <a:rPr lang="en-US"/>
              <a:t>Viết test unit</a:t>
            </a:r>
            <a:endParaRPr/>
          </a:p>
          <a:p>
            <a:pPr indent="-334327" lvl="1" marL="1371600" rtl="0" algn="just">
              <a:spcBef>
                <a:spcPts val="0"/>
              </a:spcBef>
              <a:spcAft>
                <a:spcPts val="0"/>
              </a:spcAft>
              <a:buSzPct val="75000"/>
              <a:buChar char="○"/>
            </a:pPr>
            <a:r>
              <a:rPr lang="en-US"/>
              <a:t>Debug</a:t>
            </a:r>
            <a:endParaRPr/>
          </a:p>
        </p:txBody>
      </p:sp>
      <p:sp>
        <p:nvSpPr>
          <p:cNvPr id="154" name="Google Shape;154;p20"/>
          <p:cNvSpPr txBox="1"/>
          <p:nvPr>
            <p:ph idx="12" type="sldNum"/>
          </p:nvPr>
        </p:nvSpPr>
        <p:spPr>
          <a:xfrm>
            <a:off x="9298142" y="636505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20"/>
          <p:cNvSpPr txBox="1"/>
          <p:nvPr>
            <p:ph idx="2" type="title"/>
          </p:nvPr>
        </p:nvSpPr>
        <p:spPr>
          <a:xfrm>
            <a:off x="3013300" y="461350"/>
            <a:ext cx="6194100" cy="46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Tư duy lập trình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ph type="title"/>
          </p:nvPr>
        </p:nvSpPr>
        <p:spPr>
          <a:xfrm>
            <a:off x="2460275" y="95350"/>
            <a:ext cx="9323100" cy="40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CÀI ĐẶT MÔI TRƯỜNG LẬP TRÌNH</a:t>
            </a:r>
            <a:endParaRPr/>
          </a:p>
        </p:txBody>
      </p:sp>
      <p:sp>
        <p:nvSpPr>
          <p:cNvPr id="162" name="Google Shape;162;p21"/>
          <p:cNvSpPr txBox="1"/>
          <p:nvPr>
            <p:ph idx="1" type="body"/>
          </p:nvPr>
        </p:nvSpPr>
        <p:spPr>
          <a:xfrm>
            <a:off x="122350" y="1074775"/>
            <a:ext cx="11976000" cy="4746000"/>
          </a:xfrm>
          <a:prstGeom prst="rect">
            <a:avLst/>
          </a:prstGeom>
        </p:spPr>
        <p:txBody>
          <a:bodyPr anchorCtr="0" anchor="t" bIns="45700" lIns="91425" spcFirstLastPara="1" rIns="91425" wrap="square" tIns="45700">
            <a:normAutofit fontScale="62500" lnSpcReduction="10000"/>
          </a:bodyPr>
          <a:lstStyle/>
          <a:p>
            <a:pPr indent="-371475" lvl="0" marL="457200" rtl="0" algn="just">
              <a:spcBef>
                <a:spcPts val="1000"/>
              </a:spcBef>
              <a:spcAft>
                <a:spcPts val="0"/>
              </a:spcAft>
              <a:buSzPct val="90000"/>
              <a:buAutoNum type="arabicPeriod"/>
            </a:pPr>
            <a:r>
              <a:rPr b="1" lang="en-US" sz="4000"/>
              <a:t>Python</a:t>
            </a:r>
            <a:endParaRPr b="1" sz="4000"/>
          </a:p>
          <a:p>
            <a:pPr indent="-300037" lvl="0" marL="457200" rtl="0" algn="just">
              <a:lnSpc>
                <a:spcPct val="150000"/>
              </a:lnSpc>
              <a:spcBef>
                <a:spcPts val="0"/>
              </a:spcBef>
              <a:spcAft>
                <a:spcPts val="0"/>
              </a:spcAft>
              <a:buSzPct val="64285"/>
              <a:buChar char="★"/>
            </a:pPr>
            <a:r>
              <a:rPr lang="en-US"/>
              <a:t>Bản khuyến nghị: Python 3.12+</a:t>
            </a:r>
            <a:endParaRPr/>
          </a:p>
          <a:p>
            <a:pPr indent="-371475" lvl="0" marL="457200" rtl="0" algn="just">
              <a:spcBef>
                <a:spcPts val="0"/>
              </a:spcBef>
              <a:spcAft>
                <a:spcPts val="0"/>
              </a:spcAft>
              <a:buSzPct val="90000"/>
              <a:buAutoNum type="arabicPeriod"/>
            </a:pPr>
            <a:r>
              <a:rPr b="1" lang="en-US" sz="4000"/>
              <a:t>VS Code + Extension</a:t>
            </a:r>
            <a:endParaRPr b="1"/>
          </a:p>
          <a:p>
            <a:pPr indent="-300037" lvl="0" marL="457200" rtl="0" algn="just">
              <a:lnSpc>
                <a:spcPct val="150000"/>
              </a:lnSpc>
              <a:spcBef>
                <a:spcPts val="0"/>
              </a:spcBef>
              <a:spcAft>
                <a:spcPts val="0"/>
              </a:spcAft>
              <a:buSzPct val="64285"/>
              <a:buChar char="★"/>
            </a:pPr>
            <a:r>
              <a:rPr lang="en-US"/>
              <a:t>Python</a:t>
            </a:r>
            <a:endParaRPr/>
          </a:p>
          <a:p>
            <a:pPr indent="-300037" lvl="0" marL="457200" rtl="0" algn="just">
              <a:lnSpc>
                <a:spcPct val="150000"/>
              </a:lnSpc>
              <a:spcBef>
                <a:spcPts val="0"/>
              </a:spcBef>
              <a:spcAft>
                <a:spcPts val="0"/>
              </a:spcAft>
              <a:buSzPct val="64285"/>
              <a:buChar char="★"/>
            </a:pPr>
            <a:r>
              <a:rPr lang="en-US"/>
              <a:t>Pylance</a:t>
            </a:r>
            <a:endParaRPr/>
          </a:p>
          <a:p>
            <a:pPr indent="-300037" lvl="0" marL="457200" rtl="0" algn="just">
              <a:lnSpc>
                <a:spcPct val="150000"/>
              </a:lnSpc>
              <a:spcBef>
                <a:spcPts val="0"/>
              </a:spcBef>
              <a:spcAft>
                <a:spcPts val="0"/>
              </a:spcAft>
              <a:buSzPct val="64285"/>
              <a:buChar char="★"/>
            </a:pPr>
            <a:r>
              <a:rPr lang="en-US"/>
              <a:t>Jupyter</a:t>
            </a:r>
            <a:endParaRPr/>
          </a:p>
          <a:p>
            <a:pPr indent="-371475" lvl="0" marL="457200" rtl="0" algn="just">
              <a:spcBef>
                <a:spcPts val="0"/>
              </a:spcBef>
              <a:spcAft>
                <a:spcPts val="0"/>
              </a:spcAft>
              <a:buSzPct val="90000"/>
              <a:buAutoNum type="arabicPeriod"/>
            </a:pPr>
            <a:r>
              <a:rPr b="1" lang="en-US" sz="4000"/>
              <a:t>Tạo môi trường ảo (best practice trong AI/ML)</a:t>
            </a:r>
            <a:endParaRPr b="1"/>
          </a:p>
          <a:p>
            <a:pPr indent="0" lvl="0" marL="914400" rtl="0" algn="just">
              <a:spcBef>
                <a:spcPts val="1000"/>
              </a:spcBef>
              <a:spcAft>
                <a:spcPts val="0"/>
              </a:spcAft>
              <a:buNone/>
            </a:pPr>
            <a:r>
              <a:rPr lang="en-US">
                <a:latin typeface="Consolas"/>
                <a:ea typeface="Consolas"/>
                <a:cs typeface="Consolas"/>
                <a:sym typeface="Consolas"/>
              </a:rPr>
              <a:t>python -m venv venv</a:t>
            </a:r>
            <a:endParaRPr>
              <a:latin typeface="Consolas"/>
              <a:ea typeface="Consolas"/>
              <a:cs typeface="Consolas"/>
              <a:sym typeface="Consolas"/>
            </a:endParaRPr>
          </a:p>
          <a:p>
            <a:pPr indent="0" lvl="0" marL="914400" rtl="0" algn="just">
              <a:spcBef>
                <a:spcPts val="1000"/>
              </a:spcBef>
              <a:spcAft>
                <a:spcPts val="0"/>
              </a:spcAft>
              <a:buNone/>
            </a:pPr>
            <a:r>
              <a:rPr lang="en-US">
                <a:latin typeface="Consolas"/>
                <a:ea typeface="Consolas"/>
                <a:cs typeface="Consolas"/>
                <a:sym typeface="Consolas"/>
              </a:rPr>
              <a:t>venv\Scripts\activate      # Windows</a:t>
            </a:r>
            <a:endParaRPr>
              <a:latin typeface="Consolas"/>
              <a:ea typeface="Consolas"/>
              <a:cs typeface="Consolas"/>
              <a:sym typeface="Consolas"/>
            </a:endParaRPr>
          </a:p>
          <a:p>
            <a:pPr indent="0" lvl="0" marL="914400" rtl="0" algn="just">
              <a:spcBef>
                <a:spcPts val="1000"/>
              </a:spcBef>
              <a:spcAft>
                <a:spcPts val="0"/>
              </a:spcAft>
              <a:buNone/>
            </a:pPr>
            <a:r>
              <a:rPr lang="en-US">
                <a:latin typeface="Consolas"/>
                <a:ea typeface="Consolas"/>
                <a:cs typeface="Consolas"/>
                <a:sym typeface="Consolas"/>
              </a:rPr>
              <a:t>source venv/bin/activate   # Mac/Linux</a:t>
            </a:r>
            <a:endParaRPr>
              <a:latin typeface="Consolas"/>
              <a:ea typeface="Consolas"/>
              <a:cs typeface="Consolas"/>
              <a:sym typeface="Consolas"/>
            </a:endParaRPr>
          </a:p>
          <a:p>
            <a:pPr indent="-300037" lvl="0" marL="457200" rtl="0" algn="just">
              <a:spcBef>
                <a:spcPts val="1000"/>
              </a:spcBef>
              <a:spcAft>
                <a:spcPts val="0"/>
              </a:spcAft>
              <a:buSzPct val="64285"/>
              <a:buChar char="★"/>
            </a:pPr>
            <a:r>
              <a:rPr lang="en-US"/>
              <a:t>Cài thư viện nền tảng:</a:t>
            </a:r>
            <a:endParaRPr/>
          </a:p>
          <a:p>
            <a:pPr indent="457200" lvl="0" marL="457200" rtl="0" algn="just">
              <a:spcBef>
                <a:spcPts val="1000"/>
              </a:spcBef>
              <a:spcAft>
                <a:spcPts val="0"/>
              </a:spcAft>
              <a:buNone/>
            </a:pPr>
            <a:r>
              <a:rPr lang="en-US">
                <a:latin typeface="Consolas"/>
                <a:ea typeface="Consolas"/>
                <a:cs typeface="Consolas"/>
                <a:sym typeface="Consolas"/>
              </a:rPr>
              <a:t>pip install numpy pandas matplotlib scikit-learn</a:t>
            </a:r>
            <a:endParaRPr>
              <a:latin typeface="Consolas"/>
              <a:ea typeface="Consolas"/>
              <a:cs typeface="Consolas"/>
              <a:sym typeface="Consolas"/>
            </a:endParaRPr>
          </a:p>
        </p:txBody>
      </p:sp>
      <p:sp>
        <p:nvSpPr>
          <p:cNvPr id="163" name="Google Shape;163;p21"/>
          <p:cNvSpPr txBox="1"/>
          <p:nvPr>
            <p:ph idx="12" type="sldNum"/>
          </p:nvPr>
        </p:nvSpPr>
        <p:spPr>
          <a:xfrm>
            <a:off x="9298142" y="636505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4" name="Google Shape;164;p21"/>
          <p:cNvSpPr txBox="1"/>
          <p:nvPr>
            <p:ph idx="2" type="title"/>
          </p:nvPr>
        </p:nvSpPr>
        <p:spPr>
          <a:xfrm>
            <a:off x="3013300" y="461350"/>
            <a:ext cx="6194100" cy="46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code - Yêu cầu bài toán</a:t>
            </a:r>
            <a:endParaRPr/>
          </a:p>
        </p:txBody>
      </p:sp>
      <p:sp>
        <p:nvSpPr>
          <p:cNvPr id="165" name="Google Shape;165;p21"/>
          <p:cNvSpPr/>
          <p:nvPr/>
        </p:nvSpPr>
        <p:spPr>
          <a:xfrm>
            <a:off x="985875" y="3871050"/>
            <a:ext cx="6881400" cy="1160700"/>
          </a:xfrm>
          <a:prstGeom prst="rect">
            <a:avLst/>
          </a:prstGeom>
          <a:noFill/>
          <a:ln cap="flat" cmpd="sng" w="19050">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6" name="Google Shape;166;p21"/>
          <p:cNvSpPr/>
          <p:nvPr/>
        </p:nvSpPr>
        <p:spPr>
          <a:xfrm>
            <a:off x="985875" y="5358775"/>
            <a:ext cx="6881400" cy="462000"/>
          </a:xfrm>
          <a:prstGeom prst="rect">
            <a:avLst/>
          </a:prstGeom>
          <a:noFill/>
          <a:ln cap="flat" cmpd="sng" w="19050">
            <a:solidFill>
              <a:srgbClr val="0033CC"/>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67" name="Google Shape;167;p21"/>
          <p:cNvPicPr preferRelativeResize="0"/>
          <p:nvPr/>
        </p:nvPicPr>
        <p:blipFill>
          <a:blip r:embed="rId3">
            <a:alphaModFix/>
          </a:blip>
          <a:stretch>
            <a:fillRect/>
          </a:stretch>
        </p:blipFill>
        <p:spPr>
          <a:xfrm>
            <a:off x="7958050" y="923350"/>
            <a:ext cx="4140300" cy="3510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2"/>
          <p:cNvSpPr txBox="1"/>
          <p:nvPr>
            <p:ph type="title"/>
          </p:nvPr>
        </p:nvSpPr>
        <p:spPr>
          <a:xfrm>
            <a:off x="2460275" y="95350"/>
            <a:ext cx="8583900" cy="3651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PYTHON QUA CODE THỰC CHIẾN</a:t>
            </a:r>
            <a:endParaRPr/>
          </a:p>
        </p:txBody>
      </p:sp>
      <p:sp>
        <p:nvSpPr>
          <p:cNvPr id="174" name="Google Shape;174;p22"/>
          <p:cNvSpPr txBox="1"/>
          <p:nvPr>
            <p:ph idx="1" type="body"/>
          </p:nvPr>
        </p:nvSpPr>
        <p:spPr>
          <a:xfrm>
            <a:off x="122350" y="1074775"/>
            <a:ext cx="11976000" cy="4548600"/>
          </a:xfrm>
          <a:prstGeom prst="rect">
            <a:avLst/>
          </a:prstGeom>
        </p:spPr>
        <p:txBody>
          <a:bodyPr anchorCtr="0" anchor="t" bIns="45700" lIns="91425" spcFirstLastPara="1" rIns="91425" wrap="square" tIns="45700">
            <a:normAutofit/>
          </a:bodyPr>
          <a:lstStyle/>
          <a:p>
            <a:pPr indent="-342900" lvl="0" marL="457200" rtl="0" algn="just">
              <a:spcBef>
                <a:spcPts val="1000"/>
              </a:spcBef>
              <a:spcAft>
                <a:spcPts val="0"/>
              </a:spcAft>
              <a:buSzPts val="1800"/>
              <a:buChar char="❖"/>
            </a:pPr>
            <a:r>
              <a:rPr lang="en-US" u="sng">
                <a:solidFill>
                  <a:schemeClr val="hlink"/>
                </a:solidFill>
                <a:hlinkClick r:id="rId3"/>
              </a:rPr>
              <a:t>Khóa python căn bản trên code learn</a:t>
            </a:r>
            <a:r>
              <a:rPr lang="en-US"/>
              <a:t> : Khóa học lập trình Python cơ bản với các bài tập và lý thuyết dễ hiểu, học xong bạn có thể tự tin để tới với các chủ đề nâng cao hơn của Python.</a:t>
            </a:r>
            <a:endParaRPr/>
          </a:p>
          <a:p>
            <a:pPr indent="0" lvl="0" marL="457200" rtl="0" algn="just">
              <a:spcBef>
                <a:spcPts val="1000"/>
              </a:spcBef>
              <a:spcAft>
                <a:spcPts val="0"/>
              </a:spcAft>
              <a:buNone/>
            </a:pPr>
            <a:r>
              <a:rPr lang="en-US"/>
              <a:t>⇒ Yêu cầu học viên tham gia và hoàn thành khóa học trên LMS</a:t>
            </a:r>
            <a:endParaRPr/>
          </a:p>
        </p:txBody>
      </p:sp>
      <p:sp>
        <p:nvSpPr>
          <p:cNvPr id="175" name="Google Shape;175;p22"/>
          <p:cNvSpPr txBox="1"/>
          <p:nvPr>
            <p:ph idx="12" type="sldNum"/>
          </p:nvPr>
        </p:nvSpPr>
        <p:spPr>
          <a:xfrm>
            <a:off x="9298142" y="636505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6" name="Google Shape;176;p22"/>
          <p:cNvSpPr txBox="1"/>
          <p:nvPr>
            <p:ph idx="2" type="title"/>
          </p:nvPr>
        </p:nvSpPr>
        <p:spPr>
          <a:xfrm>
            <a:off x="3013300" y="461350"/>
            <a:ext cx="6194100" cy="46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Thực hành python</a:t>
            </a:r>
            <a:endParaRPr/>
          </a:p>
        </p:txBody>
      </p:sp>
      <p:pic>
        <p:nvPicPr>
          <p:cNvPr id="177" name="Google Shape;177;p22"/>
          <p:cNvPicPr preferRelativeResize="0"/>
          <p:nvPr/>
        </p:nvPicPr>
        <p:blipFill>
          <a:blip r:embed="rId4">
            <a:alphaModFix/>
          </a:blip>
          <a:stretch>
            <a:fillRect/>
          </a:stretch>
        </p:blipFill>
        <p:spPr>
          <a:xfrm>
            <a:off x="122350" y="3163050"/>
            <a:ext cx="6858000" cy="2876550"/>
          </a:xfrm>
          <a:prstGeom prst="rect">
            <a:avLst/>
          </a:prstGeom>
          <a:noFill/>
          <a:ln>
            <a:noFill/>
          </a:ln>
        </p:spPr>
      </p:pic>
      <p:sp>
        <p:nvSpPr>
          <p:cNvPr id="178" name="Google Shape;178;p22"/>
          <p:cNvSpPr txBox="1"/>
          <p:nvPr/>
        </p:nvSpPr>
        <p:spPr>
          <a:xfrm>
            <a:off x="7234275" y="3048000"/>
            <a:ext cx="4864200" cy="2281200"/>
          </a:xfrm>
          <a:prstGeom prst="rect">
            <a:avLst/>
          </a:prstGeom>
          <a:noFill/>
          <a:ln cap="flat" cmpd="sng" w="28575">
            <a:solidFill>
              <a:srgbClr val="0033CC"/>
            </a:solidFill>
            <a:prstDash val="dash"/>
            <a:round/>
            <a:headEnd len="sm" w="sm" type="none"/>
            <a:tailEnd len="sm" w="sm" type="none"/>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182537"/>
              </a:buClr>
              <a:buSzPts val="1200"/>
              <a:buChar char="●"/>
            </a:pPr>
            <a:r>
              <a:rPr lang="en-US" sz="1200">
                <a:solidFill>
                  <a:srgbClr val="182537"/>
                </a:solidFill>
                <a:highlight>
                  <a:srgbClr val="FFFFFF"/>
                </a:highlight>
              </a:rPr>
              <a:t>Hiểu tại sao Python là ngôn ngữ hữu ích cho các lập trình viên</a:t>
            </a:r>
            <a:endParaRPr sz="1200">
              <a:solidFill>
                <a:srgbClr val="182537"/>
              </a:solidFill>
              <a:highlight>
                <a:srgbClr val="FFFFFF"/>
              </a:highlight>
            </a:endParaRPr>
          </a:p>
          <a:p>
            <a:pPr indent="-304800" lvl="0" marL="457200" rtl="0" algn="l">
              <a:lnSpc>
                <a:spcPct val="115000"/>
              </a:lnSpc>
              <a:spcBef>
                <a:spcPts val="0"/>
              </a:spcBef>
              <a:spcAft>
                <a:spcPts val="0"/>
              </a:spcAft>
              <a:buClr>
                <a:srgbClr val="182537"/>
              </a:buClr>
              <a:buSzPts val="1200"/>
              <a:buChar char="●"/>
            </a:pPr>
            <a:r>
              <a:rPr lang="en-US" sz="1200">
                <a:solidFill>
                  <a:srgbClr val="182537"/>
                </a:solidFill>
                <a:highlight>
                  <a:srgbClr val="FFFFFF"/>
                </a:highlight>
              </a:rPr>
              <a:t>Hiểu cách thiết kế và lập trình các ứng dụng Python.</a:t>
            </a:r>
            <a:endParaRPr sz="1200">
              <a:solidFill>
                <a:srgbClr val="182537"/>
              </a:solidFill>
              <a:highlight>
                <a:srgbClr val="FFFFFF"/>
              </a:highlight>
            </a:endParaRPr>
          </a:p>
          <a:p>
            <a:pPr indent="-304800" lvl="0" marL="457200" rtl="0" algn="l">
              <a:lnSpc>
                <a:spcPct val="115000"/>
              </a:lnSpc>
              <a:spcBef>
                <a:spcPts val="0"/>
              </a:spcBef>
              <a:spcAft>
                <a:spcPts val="0"/>
              </a:spcAft>
              <a:buClr>
                <a:srgbClr val="182537"/>
              </a:buClr>
              <a:buSzPts val="1200"/>
              <a:buChar char="●"/>
            </a:pPr>
            <a:r>
              <a:rPr lang="en-US" sz="1200">
                <a:solidFill>
                  <a:srgbClr val="182537"/>
                </a:solidFill>
                <a:highlight>
                  <a:srgbClr val="FFFFFF"/>
                </a:highlight>
              </a:rPr>
              <a:t>Hiểu cách sử dụng list trong các chương trình Python.</a:t>
            </a:r>
            <a:endParaRPr sz="1200">
              <a:solidFill>
                <a:srgbClr val="182537"/>
              </a:solidFill>
              <a:highlight>
                <a:srgbClr val="FFFFFF"/>
              </a:highlight>
            </a:endParaRPr>
          </a:p>
          <a:p>
            <a:pPr indent="-304800" lvl="0" marL="457200" rtl="0" algn="l">
              <a:lnSpc>
                <a:spcPct val="115000"/>
              </a:lnSpc>
              <a:spcBef>
                <a:spcPts val="0"/>
              </a:spcBef>
              <a:spcAft>
                <a:spcPts val="0"/>
              </a:spcAft>
              <a:buClr>
                <a:srgbClr val="182537"/>
              </a:buClr>
              <a:buSzPts val="1200"/>
              <a:buChar char="●"/>
            </a:pPr>
            <a:r>
              <a:rPr lang="en-US" sz="1200">
                <a:solidFill>
                  <a:srgbClr val="182537"/>
                </a:solidFill>
                <a:highlight>
                  <a:srgbClr val="FFFFFF"/>
                </a:highlight>
              </a:rPr>
              <a:t>Hiểu cách sử dụng indexing và slicing để truy cập dữ liệu trong các chương trình Python.</a:t>
            </a:r>
            <a:endParaRPr sz="1200">
              <a:solidFill>
                <a:srgbClr val="182537"/>
              </a:solidFill>
              <a:highlight>
                <a:srgbClr val="FFFFFF"/>
              </a:highlight>
            </a:endParaRPr>
          </a:p>
          <a:p>
            <a:pPr indent="-304800" lvl="0" marL="457200" rtl="0" algn="l">
              <a:lnSpc>
                <a:spcPct val="115000"/>
              </a:lnSpc>
              <a:spcBef>
                <a:spcPts val="0"/>
              </a:spcBef>
              <a:spcAft>
                <a:spcPts val="0"/>
              </a:spcAft>
              <a:buClr>
                <a:srgbClr val="182537"/>
              </a:buClr>
              <a:buSzPts val="1200"/>
              <a:buChar char="●"/>
            </a:pPr>
            <a:r>
              <a:rPr lang="en-US" sz="1200">
                <a:solidFill>
                  <a:srgbClr val="182537"/>
                </a:solidFill>
                <a:highlight>
                  <a:srgbClr val="FFFFFF"/>
                </a:highlight>
              </a:rPr>
              <a:t>Hiểu cách viết các vòng lặp và các câu lệnh quyết định trong Python.</a:t>
            </a:r>
            <a:endParaRPr sz="1200">
              <a:solidFill>
                <a:srgbClr val="182537"/>
              </a:solidFill>
              <a:highlight>
                <a:srgbClr val="FFFFFF"/>
              </a:highlight>
            </a:endParaRPr>
          </a:p>
          <a:p>
            <a:pPr indent="-304800" lvl="0" marL="457200" rtl="0" algn="l">
              <a:lnSpc>
                <a:spcPct val="115000"/>
              </a:lnSpc>
              <a:spcBef>
                <a:spcPts val="0"/>
              </a:spcBef>
              <a:spcAft>
                <a:spcPts val="0"/>
              </a:spcAft>
              <a:buClr>
                <a:srgbClr val="182537"/>
              </a:buClr>
              <a:buSzPts val="1200"/>
              <a:buChar char="●"/>
            </a:pPr>
            <a:r>
              <a:rPr lang="en-US" sz="1200">
                <a:solidFill>
                  <a:srgbClr val="182537"/>
                </a:solidFill>
                <a:highlight>
                  <a:srgbClr val="FFFFFF"/>
                </a:highlight>
              </a:rPr>
              <a:t>Hiểu cách viết hàm và truyền đối số trong Python.</a:t>
            </a:r>
            <a:endParaRPr sz="1200">
              <a:solidFill>
                <a:srgbClr val="182537"/>
              </a:solidFill>
              <a:highlight>
                <a:srgbClr val="FFFFFF"/>
              </a:highlight>
            </a:endParaRPr>
          </a:p>
          <a:p>
            <a:pPr indent="-304800" lvl="0" marL="457200" rtl="0" algn="l">
              <a:lnSpc>
                <a:spcPct val="115000"/>
              </a:lnSpc>
              <a:spcBef>
                <a:spcPts val="0"/>
              </a:spcBef>
              <a:spcAft>
                <a:spcPts val="0"/>
              </a:spcAft>
              <a:buClr>
                <a:srgbClr val="182537"/>
              </a:buClr>
              <a:buSzPts val="1200"/>
              <a:buChar char="●"/>
            </a:pPr>
            <a:r>
              <a:rPr lang="en-US" sz="1200">
                <a:solidFill>
                  <a:srgbClr val="182537"/>
                </a:solidFill>
                <a:highlight>
                  <a:srgbClr val="FFFFFF"/>
                </a:highlight>
              </a:rPr>
              <a:t>Hiểu cách xây dựng và đóng gói các mô-đun Python để sử dụng lại.</a:t>
            </a:r>
            <a:endParaRPr sz="1200">
              <a:solidFill>
                <a:srgbClr val="182537"/>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2460275" y="95350"/>
            <a:ext cx="9323100" cy="40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SỬ DỤNG AI ĐỂ LẬP TRÌNH</a:t>
            </a:r>
            <a:endParaRPr/>
          </a:p>
        </p:txBody>
      </p:sp>
      <p:sp>
        <p:nvSpPr>
          <p:cNvPr id="185" name="Google Shape;185;p23"/>
          <p:cNvSpPr txBox="1"/>
          <p:nvPr>
            <p:ph idx="1" type="body"/>
          </p:nvPr>
        </p:nvSpPr>
        <p:spPr>
          <a:xfrm>
            <a:off x="122350" y="1074775"/>
            <a:ext cx="11976000" cy="4548600"/>
          </a:xfrm>
          <a:prstGeom prst="rect">
            <a:avLst/>
          </a:prstGeom>
        </p:spPr>
        <p:txBody>
          <a:bodyPr anchorCtr="0" anchor="t" bIns="45700" lIns="91425" spcFirstLastPara="1" rIns="91425" wrap="square" tIns="45700">
            <a:normAutofit/>
          </a:bodyPr>
          <a:lstStyle/>
          <a:p>
            <a:pPr indent="-406400" lvl="0" marL="457200" rtl="0" algn="just">
              <a:spcBef>
                <a:spcPts val="1000"/>
              </a:spcBef>
              <a:spcAft>
                <a:spcPts val="0"/>
              </a:spcAft>
              <a:buSzPts val="2800"/>
              <a:buAutoNum type="arabicPeriod"/>
            </a:pPr>
            <a:r>
              <a:rPr b="1" lang="en-US"/>
              <a:t>Prompt mẫu để viết code tốt</a:t>
            </a:r>
            <a:endParaRPr b="1"/>
          </a:p>
          <a:p>
            <a:pPr indent="-342900" lvl="0" marL="914400" rtl="0" algn="just">
              <a:spcBef>
                <a:spcPts val="0"/>
              </a:spcBef>
              <a:spcAft>
                <a:spcPts val="0"/>
              </a:spcAft>
              <a:buSzPts val="1800"/>
              <a:buChar char="❖"/>
            </a:pPr>
            <a:r>
              <a:rPr lang="en-US"/>
              <a:t>Hãy viết python code với chú thích dòng rõ ràng…</a:t>
            </a:r>
            <a:endParaRPr/>
          </a:p>
          <a:p>
            <a:pPr indent="-342900" lvl="0" marL="914400" rtl="0" algn="just">
              <a:spcBef>
                <a:spcPts val="0"/>
              </a:spcBef>
              <a:spcAft>
                <a:spcPts val="0"/>
              </a:spcAft>
              <a:buSzPts val="1800"/>
              <a:buChar char="❖"/>
            </a:pPr>
            <a:r>
              <a:rPr lang="en-US"/>
              <a:t>Tối ưu thời gian chạy…</a:t>
            </a:r>
            <a:endParaRPr/>
          </a:p>
          <a:p>
            <a:pPr indent="-342900" lvl="0" marL="914400" rtl="0" algn="just">
              <a:spcBef>
                <a:spcPts val="0"/>
              </a:spcBef>
              <a:spcAft>
                <a:spcPts val="0"/>
              </a:spcAft>
              <a:buSzPts val="1800"/>
              <a:buChar char="❖"/>
            </a:pPr>
            <a:r>
              <a:rPr lang="en-US"/>
              <a:t>Viết Unit Test…</a:t>
            </a:r>
            <a:endParaRPr/>
          </a:p>
          <a:p>
            <a:pPr indent="-406400" lvl="0" marL="457200" marR="0" rtl="0" algn="just">
              <a:lnSpc>
                <a:spcPct val="110000"/>
              </a:lnSpc>
              <a:spcBef>
                <a:spcPts val="0"/>
              </a:spcBef>
              <a:spcAft>
                <a:spcPts val="0"/>
              </a:spcAft>
              <a:buSzPts val="2800"/>
              <a:buFont typeface="Arial"/>
              <a:buAutoNum type="arabicPeriod"/>
            </a:pPr>
            <a:r>
              <a:rPr b="1" lang="en-US"/>
              <a:t>Nhờ AI debug một lỗi</a:t>
            </a:r>
            <a:endParaRPr b="1"/>
          </a:p>
          <a:p>
            <a:pPr indent="-342900" lvl="0" marL="914400" rtl="0" algn="just">
              <a:spcBef>
                <a:spcPts val="0"/>
              </a:spcBef>
              <a:spcAft>
                <a:spcPts val="0"/>
              </a:spcAft>
              <a:buSzPts val="1800"/>
              <a:buChar char="❖"/>
            </a:pPr>
            <a:r>
              <a:rPr lang="en-US"/>
              <a:t>AI phân tích stack-trace nhanh hơn người mới học gấp nhiều lần.</a:t>
            </a:r>
            <a:endParaRPr/>
          </a:p>
        </p:txBody>
      </p:sp>
      <p:sp>
        <p:nvSpPr>
          <p:cNvPr id="186" name="Google Shape;186;p23"/>
          <p:cNvSpPr txBox="1"/>
          <p:nvPr>
            <p:ph idx="12" type="sldNum"/>
          </p:nvPr>
        </p:nvSpPr>
        <p:spPr>
          <a:xfrm>
            <a:off x="9298142" y="636505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7" name="Google Shape;187;p23"/>
          <p:cNvSpPr txBox="1"/>
          <p:nvPr>
            <p:ph idx="2" type="title"/>
          </p:nvPr>
        </p:nvSpPr>
        <p:spPr>
          <a:xfrm>
            <a:off x="3013300" y="461350"/>
            <a:ext cx="6194100" cy="46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Áp dụng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4"/>
          <p:cNvSpPr txBox="1"/>
          <p:nvPr>
            <p:ph type="title"/>
          </p:nvPr>
        </p:nvSpPr>
        <p:spPr>
          <a:xfrm>
            <a:off x="2460275" y="95350"/>
            <a:ext cx="9323100" cy="40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SỬ DỤNG AI ĐỂ LẬP TRÌNH</a:t>
            </a:r>
            <a:endParaRPr/>
          </a:p>
        </p:txBody>
      </p:sp>
      <p:sp>
        <p:nvSpPr>
          <p:cNvPr id="194" name="Google Shape;194;p24"/>
          <p:cNvSpPr txBox="1"/>
          <p:nvPr>
            <p:ph idx="1" type="body"/>
          </p:nvPr>
        </p:nvSpPr>
        <p:spPr>
          <a:xfrm>
            <a:off x="122350" y="1074775"/>
            <a:ext cx="11976000" cy="4548600"/>
          </a:xfrm>
          <a:prstGeom prst="rect">
            <a:avLst/>
          </a:prstGeom>
        </p:spPr>
        <p:txBody>
          <a:bodyPr anchorCtr="0" anchor="t" bIns="45700" lIns="91425" spcFirstLastPara="1" rIns="91425" wrap="square" tIns="45700">
            <a:normAutofit/>
          </a:bodyPr>
          <a:lstStyle/>
          <a:p>
            <a:pPr indent="-406400" lvl="0" marL="457200" rtl="0" algn="just">
              <a:spcBef>
                <a:spcPts val="1000"/>
              </a:spcBef>
              <a:spcAft>
                <a:spcPts val="0"/>
              </a:spcAft>
              <a:buSzPts val="2800"/>
              <a:buAutoNum type="arabicPeriod"/>
            </a:pPr>
            <a:r>
              <a:rPr b="1" lang="en-US"/>
              <a:t>Gemini </a:t>
            </a:r>
            <a:r>
              <a:rPr b="1" lang="en-US"/>
              <a:t>Assistant</a:t>
            </a:r>
            <a:endParaRPr b="1"/>
          </a:p>
          <a:p>
            <a:pPr indent="0" lvl="0" marL="0" rtl="0" algn="just">
              <a:spcBef>
                <a:spcPts val="1000"/>
              </a:spcBef>
              <a:spcAft>
                <a:spcPts val="0"/>
              </a:spcAft>
              <a:buNone/>
            </a:pPr>
            <a:r>
              <a:t/>
            </a:r>
            <a:endParaRPr b="1"/>
          </a:p>
          <a:p>
            <a:pPr indent="0" lvl="0" marL="0" rtl="0" algn="just">
              <a:spcBef>
                <a:spcPts val="1000"/>
              </a:spcBef>
              <a:spcAft>
                <a:spcPts val="0"/>
              </a:spcAft>
              <a:buNone/>
            </a:pPr>
            <a:r>
              <a:t/>
            </a:r>
            <a:endParaRPr b="1"/>
          </a:p>
          <a:p>
            <a:pPr indent="0" lvl="0" marL="0" rtl="0" algn="just">
              <a:spcBef>
                <a:spcPts val="1000"/>
              </a:spcBef>
              <a:spcAft>
                <a:spcPts val="0"/>
              </a:spcAft>
              <a:buNone/>
            </a:pPr>
            <a:r>
              <a:t/>
            </a:r>
            <a:endParaRPr b="1"/>
          </a:p>
          <a:p>
            <a:pPr indent="-406400" lvl="0" marL="457200" marR="0" rtl="0" algn="just">
              <a:lnSpc>
                <a:spcPct val="110000"/>
              </a:lnSpc>
              <a:spcBef>
                <a:spcPts val="1000"/>
              </a:spcBef>
              <a:spcAft>
                <a:spcPts val="0"/>
              </a:spcAft>
              <a:buSzPts val="2800"/>
              <a:buFont typeface="Arial"/>
              <a:buAutoNum type="arabicPeriod"/>
            </a:pPr>
            <a:r>
              <a:rPr b="1" lang="en-US"/>
              <a:t>Copilot</a:t>
            </a:r>
            <a:endParaRPr/>
          </a:p>
        </p:txBody>
      </p:sp>
      <p:sp>
        <p:nvSpPr>
          <p:cNvPr id="195" name="Google Shape;195;p24"/>
          <p:cNvSpPr txBox="1"/>
          <p:nvPr>
            <p:ph idx="12" type="sldNum"/>
          </p:nvPr>
        </p:nvSpPr>
        <p:spPr>
          <a:xfrm>
            <a:off x="9298142" y="636505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p24"/>
          <p:cNvSpPr txBox="1"/>
          <p:nvPr>
            <p:ph idx="2" type="title"/>
          </p:nvPr>
        </p:nvSpPr>
        <p:spPr>
          <a:xfrm>
            <a:off x="3013300" y="461350"/>
            <a:ext cx="6194100" cy="46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Cài đặt và sử dụng</a:t>
            </a:r>
            <a:endParaRPr/>
          </a:p>
        </p:txBody>
      </p:sp>
      <p:pic>
        <p:nvPicPr>
          <p:cNvPr id="197" name="Google Shape;197;p24"/>
          <p:cNvPicPr preferRelativeResize="0"/>
          <p:nvPr/>
        </p:nvPicPr>
        <p:blipFill>
          <a:blip r:embed="rId3">
            <a:alphaModFix/>
          </a:blip>
          <a:stretch>
            <a:fillRect/>
          </a:stretch>
        </p:blipFill>
        <p:spPr>
          <a:xfrm>
            <a:off x="2005801" y="1641250"/>
            <a:ext cx="2671723" cy="1502850"/>
          </a:xfrm>
          <a:prstGeom prst="rect">
            <a:avLst/>
          </a:prstGeom>
          <a:noFill/>
          <a:ln>
            <a:noFill/>
          </a:ln>
        </p:spPr>
      </p:pic>
      <p:pic>
        <p:nvPicPr>
          <p:cNvPr id="198" name="Google Shape;198;p24"/>
          <p:cNvPicPr preferRelativeResize="0"/>
          <p:nvPr/>
        </p:nvPicPr>
        <p:blipFill>
          <a:blip r:embed="rId4">
            <a:alphaModFix/>
          </a:blip>
          <a:stretch>
            <a:fillRect/>
          </a:stretch>
        </p:blipFill>
        <p:spPr>
          <a:xfrm>
            <a:off x="2005800" y="3971573"/>
            <a:ext cx="2671725" cy="139596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2460275" y="95350"/>
            <a:ext cx="9323100" cy="40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Bài tập</a:t>
            </a:r>
            <a:endParaRPr/>
          </a:p>
        </p:txBody>
      </p:sp>
      <p:sp>
        <p:nvSpPr>
          <p:cNvPr id="205" name="Google Shape;205;p25"/>
          <p:cNvSpPr txBox="1"/>
          <p:nvPr>
            <p:ph idx="1" type="body"/>
          </p:nvPr>
        </p:nvSpPr>
        <p:spPr>
          <a:xfrm>
            <a:off x="122350" y="1074775"/>
            <a:ext cx="11976000" cy="4548600"/>
          </a:xfrm>
          <a:prstGeom prst="rect">
            <a:avLst/>
          </a:prstGeom>
        </p:spPr>
        <p:txBody>
          <a:bodyPr anchorCtr="0" anchor="t" bIns="45700" lIns="91425" spcFirstLastPara="1" rIns="91425" wrap="square" tIns="45700">
            <a:normAutofit/>
          </a:bodyPr>
          <a:lstStyle/>
          <a:p>
            <a:pPr indent="-406400" lvl="0" marL="457200" rtl="0" algn="just">
              <a:spcBef>
                <a:spcPts val="1000"/>
              </a:spcBef>
              <a:spcAft>
                <a:spcPts val="0"/>
              </a:spcAft>
              <a:buSzPts val="2800"/>
              <a:buChar char="★"/>
            </a:pPr>
            <a:r>
              <a:rPr lang="en-US"/>
              <a:t>Viết chương trình tính điểm trung bình.</a:t>
            </a:r>
            <a:endParaRPr/>
          </a:p>
          <a:p>
            <a:pPr indent="-406400" lvl="0" marL="457200" rtl="0" algn="just">
              <a:spcBef>
                <a:spcPts val="0"/>
              </a:spcBef>
              <a:spcAft>
                <a:spcPts val="0"/>
              </a:spcAft>
              <a:buSzPts val="2800"/>
              <a:buChar char="★"/>
            </a:pPr>
            <a:r>
              <a:rPr lang="en-US"/>
              <a:t>Nhờ AI mở rộng thành:</a:t>
            </a:r>
            <a:endParaRPr/>
          </a:p>
          <a:p>
            <a:pPr indent="-342900" lvl="1" marL="914400" rtl="0" algn="just">
              <a:spcBef>
                <a:spcPts val="0"/>
              </a:spcBef>
              <a:spcAft>
                <a:spcPts val="0"/>
              </a:spcAft>
              <a:buSzPts val="1800"/>
              <a:buChar char="○"/>
            </a:pPr>
            <a:r>
              <a:rPr lang="en-US"/>
              <a:t>T</a:t>
            </a:r>
            <a:r>
              <a:rPr lang="en-US"/>
              <a:t>hêm phân loại học lực</a:t>
            </a:r>
            <a:endParaRPr/>
          </a:p>
          <a:p>
            <a:pPr indent="-342900" lvl="1" marL="914400" rtl="0" algn="just">
              <a:spcBef>
                <a:spcPts val="0"/>
              </a:spcBef>
              <a:spcAft>
                <a:spcPts val="0"/>
              </a:spcAft>
              <a:buSzPts val="1800"/>
              <a:buChar char="○"/>
            </a:pPr>
            <a:r>
              <a:rPr lang="en-US"/>
              <a:t>T</a:t>
            </a:r>
            <a:r>
              <a:rPr lang="en-US"/>
              <a:t>hêm biểu đồ điểm</a:t>
            </a:r>
            <a:endParaRPr/>
          </a:p>
          <a:p>
            <a:pPr indent="-406400" lvl="0" marL="457200" rtl="0" algn="just">
              <a:spcBef>
                <a:spcPts val="0"/>
              </a:spcBef>
              <a:spcAft>
                <a:spcPts val="0"/>
              </a:spcAft>
              <a:buSzPts val="2800"/>
              <a:buChar char="★"/>
            </a:pPr>
            <a:r>
              <a:rPr lang="en-US"/>
              <a:t>Nhờ AI refactor code theo OOP.</a:t>
            </a:r>
            <a:endParaRPr/>
          </a:p>
        </p:txBody>
      </p:sp>
      <p:sp>
        <p:nvSpPr>
          <p:cNvPr id="206" name="Google Shape;206;p25"/>
          <p:cNvSpPr txBox="1"/>
          <p:nvPr>
            <p:ph idx="12" type="sldNum"/>
          </p:nvPr>
        </p:nvSpPr>
        <p:spPr>
          <a:xfrm>
            <a:off x="9298142" y="636505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7" name="Google Shape;207;p25"/>
          <p:cNvSpPr txBox="1"/>
          <p:nvPr>
            <p:ph idx="2" type="title"/>
          </p:nvPr>
        </p:nvSpPr>
        <p:spPr>
          <a:xfrm>
            <a:off x="3013300" y="461350"/>
            <a:ext cx="6194100" cy="46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Bài tập về nhà</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7772400" y="1127850"/>
            <a:ext cx="3721500" cy="72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33CC"/>
              </a:buClr>
              <a:buSzPts val="2800"/>
              <a:buFont typeface="Quattrocento Sans"/>
              <a:buNone/>
            </a:pPr>
            <a:r>
              <a:rPr lang="en-US"/>
              <a:t>Thank you</a:t>
            </a:r>
            <a:endParaRPr/>
          </a:p>
        </p:txBody>
      </p:sp>
      <p:pic>
        <p:nvPicPr>
          <p:cNvPr descr="User" id="213" name="Google Shape;213;p26"/>
          <p:cNvPicPr preferRelativeResize="0"/>
          <p:nvPr>
            <p:ph idx="5" type="pic"/>
          </p:nvPr>
        </p:nvPicPr>
        <p:blipFill rotWithShape="1">
          <a:blip r:embed="rId3">
            <a:alphaModFix/>
          </a:blip>
          <a:srcRect b="0" l="0" r="0" t="0"/>
          <a:stretch/>
        </p:blipFill>
        <p:spPr>
          <a:xfrm>
            <a:off x="7572825" y="2229788"/>
            <a:ext cx="457200" cy="457200"/>
          </a:xfrm>
          <a:prstGeom prst="rect">
            <a:avLst/>
          </a:prstGeom>
          <a:noFill/>
          <a:ln>
            <a:noFill/>
          </a:ln>
        </p:spPr>
      </p:pic>
      <p:sp>
        <p:nvSpPr>
          <p:cNvPr id="214" name="Google Shape;214;p26"/>
          <p:cNvSpPr txBox="1"/>
          <p:nvPr>
            <p:ph idx="1" type="body"/>
          </p:nvPr>
        </p:nvSpPr>
        <p:spPr>
          <a:xfrm>
            <a:off x="8117775" y="2234600"/>
            <a:ext cx="3500700" cy="4476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Clr>
                <a:schemeClr val="dk1"/>
              </a:buClr>
              <a:buSzPts val="1600"/>
              <a:buNone/>
            </a:pPr>
            <a:r>
              <a:rPr lang="en-US" sz="1600"/>
              <a:t>Nguyễn Minh Phúc</a:t>
            </a:r>
            <a:endParaRPr/>
          </a:p>
        </p:txBody>
      </p:sp>
      <p:pic>
        <p:nvPicPr>
          <p:cNvPr descr="Envelope" id="215" name="Google Shape;215;p26"/>
          <p:cNvPicPr preferRelativeResize="0"/>
          <p:nvPr>
            <p:ph idx="6" type="pic"/>
          </p:nvPr>
        </p:nvPicPr>
        <p:blipFill rotWithShape="1">
          <a:blip r:embed="rId4">
            <a:alphaModFix/>
          </a:blip>
          <a:srcRect b="0" l="0" r="0" t="0"/>
          <a:stretch/>
        </p:blipFill>
        <p:spPr>
          <a:xfrm>
            <a:off x="7592700" y="2686993"/>
            <a:ext cx="457200" cy="457200"/>
          </a:xfrm>
          <a:prstGeom prst="rect">
            <a:avLst/>
          </a:prstGeom>
          <a:noFill/>
          <a:ln>
            <a:noFill/>
          </a:ln>
        </p:spPr>
      </p:pic>
      <p:sp>
        <p:nvSpPr>
          <p:cNvPr id="216" name="Google Shape;216;p26"/>
          <p:cNvSpPr txBox="1"/>
          <p:nvPr>
            <p:ph idx="3" type="body"/>
          </p:nvPr>
        </p:nvSpPr>
        <p:spPr>
          <a:xfrm>
            <a:off x="8124400" y="2691797"/>
            <a:ext cx="3721200" cy="4476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Clr>
                <a:schemeClr val="dk1"/>
              </a:buClr>
              <a:buSzPts val="1600"/>
              <a:buNone/>
            </a:pPr>
            <a:r>
              <a:rPr lang="en-US" sz="1600" u="sng">
                <a:solidFill>
                  <a:schemeClr val="hlink"/>
                </a:solidFill>
                <a:hlinkClick r:id="rId5"/>
              </a:rPr>
              <a:t>phuc@lhu.edu.vn</a:t>
            </a:r>
            <a:r>
              <a:rPr lang="en-US" sz="1600"/>
              <a:t> </a:t>
            </a:r>
            <a:endParaRPr/>
          </a:p>
        </p:txBody>
      </p:sp>
      <p:pic>
        <p:nvPicPr>
          <p:cNvPr descr="Monitor" id="217" name="Google Shape;217;p26"/>
          <p:cNvPicPr preferRelativeResize="0"/>
          <p:nvPr>
            <p:ph idx="7" type="pic"/>
          </p:nvPr>
        </p:nvPicPr>
        <p:blipFill rotWithShape="1">
          <a:blip r:embed="rId6">
            <a:alphaModFix/>
          </a:blip>
          <a:srcRect b="0" l="0" r="0" t="0"/>
          <a:stretch/>
        </p:blipFill>
        <p:spPr>
          <a:xfrm>
            <a:off x="7579450" y="3144205"/>
            <a:ext cx="457200" cy="457200"/>
          </a:xfrm>
          <a:prstGeom prst="rect">
            <a:avLst/>
          </a:prstGeom>
          <a:noFill/>
          <a:ln>
            <a:noFill/>
          </a:ln>
        </p:spPr>
      </p:pic>
      <p:sp>
        <p:nvSpPr>
          <p:cNvPr id="218" name="Google Shape;218;p26"/>
          <p:cNvSpPr txBox="1"/>
          <p:nvPr>
            <p:ph idx="4" type="body"/>
          </p:nvPr>
        </p:nvSpPr>
        <p:spPr>
          <a:xfrm>
            <a:off x="8124400" y="3148996"/>
            <a:ext cx="3721200" cy="4476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Clr>
                <a:schemeClr val="dk1"/>
              </a:buClr>
              <a:buSzPts val="1600"/>
              <a:buNone/>
            </a:pPr>
            <a:r>
              <a:rPr lang="en-US"/>
              <a:t>https://</a:t>
            </a:r>
            <a:r>
              <a:rPr lang="en-US" sz="1600"/>
              <a:t>cs.lhu.edu.vn </a:t>
            </a:r>
            <a:endParaRPr/>
          </a:p>
        </p:txBody>
      </p:sp>
      <p:sp>
        <p:nvSpPr>
          <p:cNvPr id="219" name="Google Shape;219;p26"/>
          <p:cNvSpPr txBox="1"/>
          <p:nvPr>
            <p:ph idx="10" type="dt"/>
          </p:nvPr>
        </p:nvSpPr>
        <p:spPr>
          <a:xfrm>
            <a:off x="0" y="6492900"/>
            <a:ext cx="1782900" cy="365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2025/12</a:t>
            </a:r>
            <a:endParaRPr>
              <a:solidFill>
                <a:schemeClr val="lt1"/>
              </a:solidFill>
            </a:endParaRPr>
          </a:p>
        </p:txBody>
      </p:sp>
      <p:sp>
        <p:nvSpPr>
          <p:cNvPr id="220" name="Google Shape;220;p26"/>
          <p:cNvSpPr txBox="1"/>
          <p:nvPr>
            <p:ph idx="11" type="ftr"/>
          </p:nvPr>
        </p:nvSpPr>
        <p:spPr>
          <a:xfrm>
            <a:off x="-100" y="6492900"/>
            <a:ext cx="12192000" cy="365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Kỹ thuật lập trình</a:t>
            </a:r>
            <a:endParaRPr>
              <a:solidFill>
                <a:schemeClr val="lt1"/>
              </a:solidFill>
            </a:endParaRPr>
          </a:p>
        </p:txBody>
      </p:sp>
      <p:sp>
        <p:nvSpPr>
          <p:cNvPr id="221" name="Google Shape;221;p26"/>
          <p:cNvSpPr txBox="1"/>
          <p:nvPr>
            <p:ph idx="12" type="sldNum"/>
          </p:nvPr>
        </p:nvSpPr>
        <p:spPr>
          <a:xfrm>
            <a:off x="9349396" y="6356338"/>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22" name="Google Shape;222;p26"/>
          <p:cNvPicPr preferRelativeResize="0"/>
          <p:nvPr/>
        </p:nvPicPr>
        <p:blipFill rotWithShape="1">
          <a:blip r:embed="rId7">
            <a:alphaModFix/>
          </a:blip>
          <a:srcRect b="19439" l="0" r="1497" t="17464"/>
          <a:stretch/>
        </p:blipFill>
        <p:spPr>
          <a:xfrm>
            <a:off x="1063875" y="1854675"/>
            <a:ext cx="4447100" cy="284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ccentBoxVTI">
  <a:themeElements>
    <a:clrScheme name="AccentBoxVTI">
      <a:dk1>
        <a:srgbClr val="000000"/>
      </a:dk1>
      <a:lt1>
        <a:srgbClr val="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