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9144000"/>
  <p:embeddedFontLst>
    <p:embeddedFont>
      <p:font typeface="Roboto Black"/>
      <p:bold r:id="rId15"/>
      <p:boldItalic r:id="rId16"/>
    </p:embeddedFont>
    <p:embeddedFont>
      <p:font typeface="Roboto Medium"/>
      <p:regular r:id="rId17"/>
      <p:bold r:id="rId18"/>
      <p:italic r:id="rId19"/>
      <p:boldItalic r:id="rId20"/>
    </p:embeddedFont>
    <p:embeddedFont>
      <p:font typeface="Roboto"/>
      <p:regular r:id="rId21"/>
      <p:bold r:id="rId22"/>
      <p:italic r:id="rId23"/>
      <p:boldItalic r:id="rId24"/>
    </p:embeddedFont>
    <p:embeddedFont>
      <p:font typeface="Quattrocento San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60">
          <p15:clr>
            <a:srgbClr val="A4A3A4"/>
          </p15:clr>
        </p15:guide>
        <p15:guide id="2" pos="7392">
          <p15:clr>
            <a:srgbClr val="A4A3A4"/>
          </p15:clr>
        </p15:guide>
        <p15:guide id="3" orient="horz" pos="2160">
          <p15:clr>
            <a:srgbClr val="A4A3A4"/>
          </p15:clr>
        </p15:guide>
      </p15:sldGuideLst>
    </p:ext>
    <p:ext uri="GoogleSlidesCustomDataVersion2">
      <go:slidesCustomData xmlns:go="http://customooxmlschemas.google.com/" r:id="rId29" roundtripDataSignature="AMtx7mjW+sw+cEsJqfZ4Pnp4CEVuDTwf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60"/>
        <p:guide pos="7392"/>
        <p:guide pos="2160"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edium-boldItalic.fntdata"/><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QuattrocentoSans-bold.fntdata"/><Relationship Id="rId25" Type="http://schemas.openxmlformats.org/officeDocument/2006/relationships/font" Target="fonts/QuattrocentoSans-regular.fntdata"/><Relationship Id="rId28" Type="http://schemas.openxmlformats.org/officeDocument/2006/relationships/font" Target="fonts/QuattrocentoSans-boldItalic.fntdata"/><Relationship Id="rId27" Type="http://schemas.openxmlformats.org/officeDocument/2006/relationships/font" Target="fonts/QuattrocentoSans-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RobotoBlack-bold.fntdata"/><Relationship Id="rId14" Type="http://schemas.openxmlformats.org/officeDocument/2006/relationships/slide" Target="slides/slide9.xml"/><Relationship Id="rId17" Type="http://schemas.openxmlformats.org/officeDocument/2006/relationships/font" Target="fonts/RobotoMedium-regular.fntdata"/><Relationship Id="rId16" Type="http://schemas.openxmlformats.org/officeDocument/2006/relationships/font" Target="fonts/RobotoBlack-boldItalic.fntdata"/><Relationship Id="rId19" Type="http://schemas.openxmlformats.org/officeDocument/2006/relationships/font" Target="fonts/RobotoMedium-italic.fntdata"/><Relationship Id="rId18" Type="http://schemas.openxmlformats.org/officeDocument/2006/relationships/font" Target="fonts/RobotoMedium-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b="0" i="0">
              <a:latin typeface="Quattrocento Sans"/>
              <a:ea typeface="Quattrocento Sans"/>
              <a:cs typeface="Quattrocento Sans"/>
              <a:sym typeface="Quattrocento Sans"/>
            </a:endParaRPr>
          </a:p>
          <a:p>
            <a:pPr indent="0" lvl="0" marL="0" rtl="0" algn="l">
              <a:lnSpc>
                <a:spcPct val="100000"/>
              </a:lnSpc>
              <a:spcBef>
                <a:spcPts val="0"/>
              </a:spcBef>
              <a:spcAft>
                <a:spcPts val="0"/>
              </a:spcAft>
              <a:buSzPts val="1400"/>
              <a:buNone/>
            </a:pPr>
            <a:r>
              <a:rPr lang="en-US"/>
              <a:t>ID=d924773e-9a16-4d6d-9803-8cb819e99682</a:t>
            </a:r>
            <a:br>
              <a:rPr lang="en-US"/>
            </a:br>
            <a:r>
              <a:rPr lang="en-US"/>
              <a:t>Recipe=text_billboard</a:t>
            </a:r>
            <a:br>
              <a:rPr lang="en-US"/>
            </a:br>
            <a:r>
              <a:rPr lang="en-US"/>
              <a:t>Type=TextOnly</a:t>
            </a:r>
            <a:br>
              <a:rPr lang="en-US"/>
            </a:br>
            <a:r>
              <a:rPr lang="en-US"/>
              <a:t>Variant=0</a:t>
            </a:r>
            <a:br>
              <a:rPr lang="en-US"/>
            </a:br>
            <a:r>
              <a:rPr lang="en-US"/>
              <a:t>FamilyID=AccentBoxWalbaum_Zero</a:t>
            </a:r>
            <a:endParaRPr/>
          </a:p>
        </p:txBody>
      </p:sp>
      <p:sp>
        <p:nvSpPr>
          <p:cNvPr id="126" name="Google Shape;12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 name="Google Shape;133;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 name="Google Shape;142;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0" name="Google Shape;160;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7" name="Google Shape;187;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1"/>
          <p:cNvSpPr txBox="1"/>
          <p:nvPr>
            <p:ph type="ctrTitle"/>
          </p:nvPr>
        </p:nvSpPr>
        <p:spPr>
          <a:xfrm>
            <a:off x="1801368" y="1664208"/>
            <a:ext cx="8586300" cy="2176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0033CC"/>
              </a:buClr>
              <a:buSzPts val="6600"/>
              <a:buFont typeface="Roboto Black"/>
              <a:buNone/>
              <a:defRPr b="0" sz="6600">
                <a:latin typeface="Roboto Black"/>
                <a:ea typeface="Roboto Black"/>
                <a:cs typeface="Roboto Black"/>
                <a:sym typeface="Roboto Black"/>
              </a:defRPr>
            </a:lvl1pPr>
            <a:lvl2pPr lvl="1" algn="l">
              <a:lnSpc>
                <a:spcPct val="100000"/>
              </a:lnSpc>
              <a:spcBef>
                <a:spcPts val="0"/>
              </a:spcBef>
              <a:spcAft>
                <a:spcPts val="0"/>
              </a:spcAft>
              <a:buSzPts val="1400"/>
              <a:buFont typeface="Roboto Black"/>
              <a:buNone/>
              <a:defRPr>
                <a:latin typeface="Roboto Black"/>
                <a:ea typeface="Roboto Black"/>
                <a:cs typeface="Roboto Black"/>
                <a:sym typeface="Roboto Black"/>
              </a:defRPr>
            </a:lvl2pPr>
            <a:lvl3pPr lvl="2" algn="l">
              <a:lnSpc>
                <a:spcPct val="100000"/>
              </a:lnSpc>
              <a:spcBef>
                <a:spcPts val="0"/>
              </a:spcBef>
              <a:spcAft>
                <a:spcPts val="0"/>
              </a:spcAft>
              <a:buSzPts val="1400"/>
              <a:buFont typeface="Roboto Black"/>
              <a:buNone/>
              <a:defRPr>
                <a:latin typeface="Roboto Black"/>
                <a:ea typeface="Roboto Black"/>
                <a:cs typeface="Roboto Black"/>
                <a:sym typeface="Roboto Black"/>
              </a:defRPr>
            </a:lvl3pPr>
            <a:lvl4pPr lvl="3" algn="l">
              <a:lnSpc>
                <a:spcPct val="100000"/>
              </a:lnSpc>
              <a:spcBef>
                <a:spcPts val="0"/>
              </a:spcBef>
              <a:spcAft>
                <a:spcPts val="0"/>
              </a:spcAft>
              <a:buSzPts val="1400"/>
              <a:buFont typeface="Roboto Black"/>
              <a:buNone/>
              <a:defRPr>
                <a:latin typeface="Roboto Black"/>
                <a:ea typeface="Roboto Black"/>
                <a:cs typeface="Roboto Black"/>
                <a:sym typeface="Roboto Black"/>
              </a:defRPr>
            </a:lvl4pPr>
            <a:lvl5pPr lvl="4" algn="l">
              <a:lnSpc>
                <a:spcPct val="100000"/>
              </a:lnSpc>
              <a:spcBef>
                <a:spcPts val="0"/>
              </a:spcBef>
              <a:spcAft>
                <a:spcPts val="0"/>
              </a:spcAft>
              <a:buSzPts val="1400"/>
              <a:buFont typeface="Roboto Black"/>
              <a:buNone/>
              <a:defRPr>
                <a:latin typeface="Roboto Black"/>
                <a:ea typeface="Roboto Black"/>
                <a:cs typeface="Roboto Black"/>
                <a:sym typeface="Roboto Black"/>
              </a:defRPr>
            </a:lvl5pPr>
            <a:lvl6pPr lvl="5" algn="l">
              <a:lnSpc>
                <a:spcPct val="100000"/>
              </a:lnSpc>
              <a:spcBef>
                <a:spcPts val="0"/>
              </a:spcBef>
              <a:spcAft>
                <a:spcPts val="0"/>
              </a:spcAft>
              <a:buSzPts val="1400"/>
              <a:buFont typeface="Roboto Black"/>
              <a:buNone/>
              <a:defRPr>
                <a:latin typeface="Roboto Black"/>
                <a:ea typeface="Roboto Black"/>
                <a:cs typeface="Roboto Black"/>
                <a:sym typeface="Roboto Black"/>
              </a:defRPr>
            </a:lvl6pPr>
            <a:lvl7pPr lvl="6" algn="l">
              <a:lnSpc>
                <a:spcPct val="100000"/>
              </a:lnSpc>
              <a:spcBef>
                <a:spcPts val="0"/>
              </a:spcBef>
              <a:spcAft>
                <a:spcPts val="0"/>
              </a:spcAft>
              <a:buSzPts val="1400"/>
              <a:buFont typeface="Roboto Black"/>
              <a:buNone/>
              <a:defRPr>
                <a:latin typeface="Roboto Black"/>
                <a:ea typeface="Roboto Black"/>
                <a:cs typeface="Roboto Black"/>
                <a:sym typeface="Roboto Black"/>
              </a:defRPr>
            </a:lvl7pPr>
            <a:lvl8pPr lvl="7" algn="l">
              <a:lnSpc>
                <a:spcPct val="100000"/>
              </a:lnSpc>
              <a:spcBef>
                <a:spcPts val="0"/>
              </a:spcBef>
              <a:spcAft>
                <a:spcPts val="0"/>
              </a:spcAft>
              <a:buSzPts val="1400"/>
              <a:buFont typeface="Roboto Black"/>
              <a:buNone/>
              <a:defRPr>
                <a:latin typeface="Roboto Black"/>
                <a:ea typeface="Roboto Black"/>
                <a:cs typeface="Roboto Black"/>
                <a:sym typeface="Roboto Black"/>
              </a:defRPr>
            </a:lvl8pPr>
            <a:lvl9pPr lvl="8" algn="l">
              <a:lnSpc>
                <a:spcPct val="100000"/>
              </a:lnSpc>
              <a:spcBef>
                <a:spcPts val="0"/>
              </a:spcBef>
              <a:spcAft>
                <a:spcPts val="0"/>
              </a:spcAft>
              <a:buSzPts val="1400"/>
              <a:buFont typeface="Roboto Black"/>
              <a:buNone/>
              <a:defRPr>
                <a:latin typeface="Roboto Black"/>
                <a:ea typeface="Roboto Black"/>
                <a:cs typeface="Roboto Black"/>
                <a:sym typeface="Roboto Black"/>
              </a:defRPr>
            </a:lvl9pPr>
          </a:lstStyle>
          <a:p/>
        </p:txBody>
      </p:sp>
      <p:sp>
        <p:nvSpPr>
          <p:cNvPr id="17" name="Google Shape;17;p11"/>
          <p:cNvSpPr txBox="1"/>
          <p:nvPr>
            <p:ph idx="1" type="subTitle"/>
          </p:nvPr>
        </p:nvSpPr>
        <p:spPr>
          <a:xfrm>
            <a:off x="2487168" y="4142232"/>
            <a:ext cx="7223700" cy="685800"/>
          </a:xfrm>
          <a:prstGeom prst="rect">
            <a:avLst/>
          </a:prstGeom>
          <a:solidFill>
            <a:schemeClr val="accent1"/>
          </a:solidFill>
          <a:ln>
            <a:noFill/>
          </a:ln>
        </p:spPr>
        <p:txBody>
          <a:bodyPr anchorCtr="0" anchor="ctr" bIns="45700" lIns="91425" spcFirstLastPara="1" rIns="91425" wrap="square" tIns="45700">
            <a:normAutofit/>
          </a:bodyPr>
          <a:lstStyle>
            <a:lvl1pPr lvl="0" algn="ctr">
              <a:lnSpc>
                <a:spcPct val="110000"/>
              </a:lnSpc>
              <a:spcBef>
                <a:spcPts val="1000"/>
              </a:spcBef>
              <a:spcAft>
                <a:spcPts val="0"/>
              </a:spcAft>
              <a:buClr>
                <a:schemeClr val="lt1"/>
              </a:buClr>
              <a:buSzPts val="2800"/>
              <a:buFont typeface="Roboto Medium"/>
              <a:buNone/>
              <a:defRPr sz="2800">
                <a:solidFill>
                  <a:schemeClr val="lt1"/>
                </a:solidFill>
                <a:latin typeface="Roboto Medium"/>
                <a:ea typeface="Roboto Medium"/>
                <a:cs typeface="Roboto Medium"/>
                <a:sym typeface="Roboto Medium"/>
              </a:defRPr>
            </a:lvl1pPr>
            <a:lvl2pPr lvl="1" algn="ctr">
              <a:lnSpc>
                <a:spcPct val="110000"/>
              </a:lnSpc>
              <a:spcBef>
                <a:spcPts val="500"/>
              </a:spcBef>
              <a:spcAft>
                <a:spcPts val="0"/>
              </a:spcAft>
              <a:buClr>
                <a:schemeClr val="dk1"/>
              </a:buClr>
              <a:buSzPts val="2000"/>
              <a:buNone/>
              <a:defRPr sz="2000"/>
            </a:lvl2pPr>
            <a:lvl3pPr lvl="2" algn="ctr">
              <a:lnSpc>
                <a:spcPct val="110000"/>
              </a:lnSpc>
              <a:spcBef>
                <a:spcPts val="500"/>
              </a:spcBef>
              <a:spcAft>
                <a:spcPts val="0"/>
              </a:spcAft>
              <a:buClr>
                <a:schemeClr val="dk1"/>
              </a:buClr>
              <a:buSzPts val="1800"/>
              <a:buNone/>
              <a:defRPr sz="1800"/>
            </a:lvl3pPr>
            <a:lvl4pPr lvl="3" algn="ctr">
              <a:lnSpc>
                <a:spcPct val="110000"/>
              </a:lnSpc>
              <a:spcBef>
                <a:spcPts val="500"/>
              </a:spcBef>
              <a:spcAft>
                <a:spcPts val="0"/>
              </a:spcAft>
              <a:buClr>
                <a:schemeClr val="dk1"/>
              </a:buClr>
              <a:buSzPts val="1600"/>
              <a:buNone/>
              <a:defRPr sz="1600"/>
            </a:lvl4pPr>
            <a:lvl5pPr lvl="4" algn="ctr">
              <a:lnSpc>
                <a:spcPct val="11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 name="Shape 18"/>
        <p:cNvGrpSpPr/>
        <p:nvPr/>
      </p:nvGrpSpPr>
      <p:grpSpPr>
        <a:xfrm>
          <a:off x="0" y="0"/>
          <a:ext cx="0" cy="0"/>
          <a:chOff x="0" y="0"/>
          <a:chExt cx="0" cy="0"/>
        </a:xfrm>
      </p:grpSpPr>
      <p:sp>
        <p:nvSpPr>
          <p:cNvPr id="19" name="Google Shape;19;p12"/>
          <p:cNvSpPr/>
          <p:nvPr/>
        </p:nvSpPr>
        <p:spPr>
          <a:xfrm>
            <a:off x="1780130" y="95350"/>
            <a:ext cx="41700" cy="7041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20" name="Google Shape;20;p12"/>
          <p:cNvSpPr txBox="1"/>
          <p:nvPr>
            <p:ph type="title"/>
          </p:nvPr>
        </p:nvSpPr>
        <p:spPr>
          <a:xfrm>
            <a:off x="1780125" y="95350"/>
            <a:ext cx="10003200" cy="4035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33CC"/>
              </a:buClr>
              <a:buSzPts val="3800"/>
              <a:buFont typeface="Quattrocento Sans"/>
              <a:buNone/>
              <a:defRPr sz="3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2"/>
          <p:cNvSpPr txBox="1"/>
          <p:nvPr>
            <p:ph idx="1" type="body"/>
          </p:nvPr>
        </p:nvSpPr>
        <p:spPr>
          <a:xfrm>
            <a:off x="122350" y="1074775"/>
            <a:ext cx="11976000" cy="454860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12"/>
          <p:cNvSpPr txBox="1"/>
          <p:nvPr>
            <p:ph idx="12" type="sldNum"/>
          </p:nvPr>
        </p:nvSpPr>
        <p:spPr>
          <a:xfrm>
            <a:off x="9298142" y="6365059"/>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1" i="0" sz="3600" u="none" cap="none" strike="noStrike">
                <a:solidFill>
                  <a:schemeClr val="lt1"/>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3600"/>
              <a:buFont typeface="Arial"/>
              <a:buNone/>
              <a:defRPr b="1" i="0" sz="3600" u="none" cap="none" strike="noStrike">
                <a:solidFill>
                  <a:schemeClr val="lt1"/>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3600"/>
              <a:buFont typeface="Arial"/>
              <a:buNone/>
              <a:defRPr b="1" i="0" sz="3600" u="none" cap="none" strike="noStrike">
                <a:solidFill>
                  <a:schemeClr val="lt1"/>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3600"/>
              <a:buFont typeface="Arial"/>
              <a:buNone/>
              <a:defRPr b="1" i="0" sz="3600" u="none" cap="none" strike="noStrike">
                <a:solidFill>
                  <a:schemeClr val="lt1"/>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3600"/>
              <a:buFont typeface="Arial"/>
              <a:buNone/>
              <a:defRPr b="1" i="0" sz="3600" u="none" cap="none" strike="noStrike">
                <a:solidFill>
                  <a:schemeClr val="lt1"/>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3600"/>
              <a:buFont typeface="Arial"/>
              <a:buNone/>
              <a:defRPr b="1" i="0" sz="3600" u="none" cap="none" strike="noStrike">
                <a:solidFill>
                  <a:schemeClr val="lt1"/>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3600"/>
              <a:buFont typeface="Arial"/>
              <a:buNone/>
              <a:defRPr b="1" i="0" sz="3600" u="none" cap="none" strike="noStrike">
                <a:solidFill>
                  <a:schemeClr val="lt1"/>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3600"/>
              <a:buFont typeface="Arial"/>
              <a:buNone/>
              <a:defRPr b="1" i="0" sz="3600" u="none" cap="none" strike="noStrike">
                <a:solidFill>
                  <a:schemeClr val="lt1"/>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3600"/>
              <a:buFont typeface="Arial"/>
              <a:buNone/>
              <a:defRPr b="1" i="0" sz="36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23" name="Google Shape;23;p12"/>
          <p:cNvSpPr txBox="1"/>
          <p:nvPr>
            <p:ph idx="2" type="title"/>
          </p:nvPr>
        </p:nvSpPr>
        <p:spPr>
          <a:xfrm>
            <a:off x="2305500" y="498850"/>
            <a:ext cx="8193900" cy="4035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9900"/>
              </a:buClr>
              <a:buSzPts val="2300"/>
              <a:buFont typeface="Quattrocento Sans"/>
              <a:buNone/>
              <a:defRPr sz="2300">
                <a:solidFill>
                  <a:srgbClr val="FF9900"/>
                </a:solidFill>
              </a:defRPr>
            </a:lvl1pPr>
            <a:lvl2pPr lvl="1" algn="l">
              <a:lnSpc>
                <a:spcPct val="100000"/>
              </a:lnSpc>
              <a:spcBef>
                <a:spcPts val="0"/>
              </a:spcBef>
              <a:spcAft>
                <a:spcPts val="0"/>
              </a:spcAft>
              <a:buSzPts val="100"/>
              <a:buNone/>
              <a:defRPr sz="300"/>
            </a:lvl2pPr>
            <a:lvl3pPr lvl="2" algn="l">
              <a:lnSpc>
                <a:spcPct val="100000"/>
              </a:lnSpc>
              <a:spcBef>
                <a:spcPts val="0"/>
              </a:spcBef>
              <a:spcAft>
                <a:spcPts val="0"/>
              </a:spcAft>
              <a:buSzPts val="100"/>
              <a:buNone/>
              <a:defRPr sz="300"/>
            </a:lvl3pPr>
            <a:lvl4pPr lvl="3" algn="l">
              <a:lnSpc>
                <a:spcPct val="100000"/>
              </a:lnSpc>
              <a:spcBef>
                <a:spcPts val="0"/>
              </a:spcBef>
              <a:spcAft>
                <a:spcPts val="0"/>
              </a:spcAft>
              <a:buSzPts val="100"/>
              <a:buNone/>
              <a:defRPr sz="300"/>
            </a:lvl4pPr>
            <a:lvl5pPr lvl="4" algn="l">
              <a:lnSpc>
                <a:spcPct val="100000"/>
              </a:lnSpc>
              <a:spcBef>
                <a:spcPts val="0"/>
              </a:spcBef>
              <a:spcAft>
                <a:spcPts val="0"/>
              </a:spcAft>
              <a:buSzPts val="100"/>
              <a:buNone/>
              <a:defRPr sz="300"/>
            </a:lvl5pPr>
            <a:lvl6pPr lvl="5" algn="l">
              <a:lnSpc>
                <a:spcPct val="100000"/>
              </a:lnSpc>
              <a:spcBef>
                <a:spcPts val="0"/>
              </a:spcBef>
              <a:spcAft>
                <a:spcPts val="0"/>
              </a:spcAft>
              <a:buSzPts val="100"/>
              <a:buNone/>
              <a:defRPr sz="300"/>
            </a:lvl6pPr>
            <a:lvl7pPr lvl="6" algn="l">
              <a:lnSpc>
                <a:spcPct val="100000"/>
              </a:lnSpc>
              <a:spcBef>
                <a:spcPts val="0"/>
              </a:spcBef>
              <a:spcAft>
                <a:spcPts val="0"/>
              </a:spcAft>
              <a:buSzPts val="100"/>
              <a:buNone/>
              <a:defRPr sz="300"/>
            </a:lvl7pPr>
            <a:lvl8pPr lvl="7" algn="l">
              <a:lnSpc>
                <a:spcPct val="100000"/>
              </a:lnSpc>
              <a:spcBef>
                <a:spcPts val="0"/>
              </a:spcBef>
              <a:spcAft>
                <a:spcPts val="0"/>
              </a:spcAft>
              <a:buSzPts val="100"/>
              <a:buNone/>
              <a:defRPr sz="300"/>
            </a:lvl8pPr>
            <a:lvl9pPr lvl="8" algn="l">
              <a:lnSpc>
                <a:spcPct val="100000"/>
              </a:lnSpc>
              <a:spcBef>
                <a:spcPts val="0"/>
              </a:spcBef>
              <a:spcAft>
                <a:spcPts val="0"/>
              </a:spcAft>
              <a:buSzPts val="100"/>
              <a:buNone/>
              <a:defRPr sz="300"/>
            </a:lvl9pPr>
          </a:lstStyle>
          <a:p/>
        </p:txBody>
      </p:sp>
      <p:sp>
        <p:nvSpPr>
          <p:cNvPr id="24" name="Google Shape;24;p12"/>
          <p:cNvSpPr/>
          <p:nvPr/>
        </p:nvSpPr>
        <p:spPr>
          <a:xfrm>
            <a:off x="1921650" y="585375"/>
            <a:ext cx="417300" cy="214200"/>
          </a:xfrm>
          <a:prstGeom prst="homePlate">
            <a:avLst>
              <a:gd fmla="val 60423" name="adj"/>
            </a:avLst>
          </a:prstGeom>
          <a:solidFill>
            <a:srgbClr val="003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4 pictures">
  <p:cSld name="Title and Content with 4 pictures">
    <p:spTree>
      <p:nvGrpSpPr>
        <p:cNvPr id="25" name="Shape 25"/>
        <p:cNvGrpSpPr/>
        <p:nvPr/>
      </p:nvGrpSpPr>
      <p:grpSpPr>
        <a:xfrm>
          <a:off x="0" y="0"/>
          <a:ext cx="0" cy="0"/>
          <a:chOff x="0" y="0"/>
          <a:chExt cx="0" cy="0"/>
        </a:xfrm>
      </p:grpSpPr>
      <p:sp>
        <p:nvSpPr>
          <p:cNvPr id="26" name="Google Shape;26;p13"/>
          <p:cNvSpPr/>
          <p:nvPr/>
        </p:nvSpPr>
        <p:spPr>
          <a:xfrm>
            <a:off x="7324344" y="630936"/>
            <a:ext cx="4517100" cy="5496000"/>
          </a:xfrm>
          <a:prstGeom prst="rect">
            <a:avLst/>
          </a:prstGeom>
          <a:blipFill rotWithShape="1">
            <a:blip r:embed="rId2">
              <a:alphaModFix/>
            </a:blip>
            <a:stretch>
              <a:fillRect b="0" l="0" r="0" t="0"/>
            </a:stretch>
          </a:blipFill>
          <a:ln cap="flat" cmpd="sng" w="9525">
            <a:solidFill>
              <a:srgbClr val="E8E8E8"/>
            </a:solidFill>
            <a:prstDash val="solid"/>
            <a:miter lim="800000"/>
            <a:headEnd len="sm" w="sm" type="none"/>
            <a:tailEnd len="sm" w="sm" type="none"/>
          </a:ln>
          <a:effectLst>
            <a:outerShdw blurRad="50800" rotWithShape="0" algn="tl" dir="2700000" dist="38100">
              <a:srgbClr val="D8D8D8">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27" name="Google Shape;27;p13"/>
          <p:cNvSpPr txBox="1"/>
          <p:nvPr>
            <p:ph type="title"/>
          </p:nvPr>
        </p:nvSpPr>
        <p:spPr>
          <a:xfrm>
            <a:off x="7772400" y="978408"/>
            <a:ext cx="3721500" cy="1106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33CC"/>
              </a:buClr>
              <a:buSzPts val="2800"/>
              <a:buFont typeface="Quattrocento Sans"/>
              <a:buNone/>
              <a:defRPr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3"/>
          <p:cNvSpPr/>
          <p:nvPr>
            <p:ph idx="2" type="pic"/>
          </p:nvPr>
        </p:nvSpPr>
        <p:spPr>
          <a:xfrm>
            <a:off x="895522" y="859155"/>
            <a:ext cx="6016800" cy="4910400"/>
          </a:xfrm>
          <a:prstGeom prst="rect">
            <a:avLst/>
          </a:prstGeom>
          <a:noFill/>
          <a:ln>
            <a:noFill/>
          </a:ln>
        </p:spPr>
      </p:sp>
      <p:sp>
        <p:nvSpPr>
          <p:cNvPr id="29" name="Google Shape;29;p13"/>
          <p:cNvSpPr/>
          <p:nvPr/>
        </p:nvSpPr>
        <p:spPr>
          <a:xfrm>
            <a:off x="7260336" y="1179576"/>
            <a:ext cx="128100" cy="7041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30" name="Google Shape;30;p13"/>
          <p:cNvSpPr txBox="1"/>
          <p:nvPr>
            <p:ph idx="12" type="sldNum"/>
          </p:nvPr>
        </p:nvSpPr>
        <p:spPr>
          <a:xfrm>
            <a:off x="8540496"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31" name="Google Shape;31;p13"/>
          <p:cNvSpPr/>
          <p:nvPr/>
        </p:nvSpPr>
        <p:spPr>
          <a:xfrm>
            <a:off x="7792216" y="2185416"/>
            <a:ext cx="3683100" cy="9000"/>
          </a:xfrm>
          <a:prstGeom prst="rect">
            <a:avLst/>
          </a:prstGeom>
          <a:solidFill>
            <a:srgbClr val="C8C8C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32" name="Google Shape;32;p13"/>
          <p:cNvSpPr txBox="1"/>
          <p:nvPr>
            <p:ph idx="1" type="body"/>
          </p:nvPr>
        </p:nvSpPr>
        <p:spPr>
          <a:xfrm>
            <a:off x="7772400" y="3099816"/>
            <a:ext cx="3721200" cy="4476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600"/>
              <a:buNone/>
              <a:defRPr sz="1600"/>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3"/>
          <p:cNvSpPr txBox="1"/>
          <p:nvPr>
            <p:ph idx="3" type="body"/>
          </p:nvPr>
        </p:nvSpPr>
        <p:spPr>
          <a:xfrm>
            <a:off x="7772400" y="4215384"/>
            <a:ext cx="3721200" cy="4476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600"/>
              <a:buNone/>
              <a:defRPr sz="1600"/>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13"/>
          <p:cNvSpPr txBox="1"/>
          <p:nvPr>
            <p:ph idx="4" type="body"/>
          </p:nvPr>
        </p:nvSpPr>
        <p:spPr>
          <a:xfrm>
            <a:off x="7772400" y="5321808"/>
            <a:ext cx="3721200" cy="4476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600"/>
              <a:buNone/>
              <a:defRPr sz="1600"/>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13"/>
          <p:cNvSpPr/>
          <p:nvPr>
            <p:ph idx="5" type="pic"/>
          </p:nvPr>
        </p:nvSpPr>
        <p:spPr>
          <a:xfrm>
            <a:off x="7772400" y="2532888"/>
            <a:ext cx="457200" cy="457200"/>
          </a:xfrm>
          <a:prstGeom prst="rect">
            <a:avLst/>
          </a:prstGeom>
          <a:noFill/>
          <a:ln>
            <a:noFill/>
          </a:ln>
        </p:spPr>
      </p:sp>
      <p:sp>
        <p:nvSpPr>
          <p:cNvPr id="36" name="Google Shape;36;p13"/>
          <p:cNvSpPr/>
          <p:nvPr>
            <p:ph idx="6" type="pic"/>
          </p:nvPr>
        </p:nvSpPr>
        <p:spPr>
          <a:xfrm>
            <a:off x="7772400" y="3630168"/>
            <a:ext cx="457200" cy="457200"/>
          </a:xfrm>
          <a:prstGeom prst="rect">
            <a:avLst/>
          </a:prstGeom>
          <a:noFill/>
          <a:ln>
            <a:noFill/>
          </a:ln>
        </p:spPr>
      </p:sp>
      <p:sp>
        <p:nvSpPr>
          <p:cNvPr id="37" name="Google Shape;37;p13"/>
          <p:cNvSpPr/>
          <p:nvPr>
            <p:ph idx="7" type="pic"/>
          </p:nvPr>
        </p:nvSpPr>
        <p:spPr>
          <a:xfrm>
            <a:off x="7772400" y="4754880"/>
            <a:ext cx="457200" cy="45720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14"/>
          <p:cNvSpPr txBox="1"/>
          <p:nvPr>
            <p:ph type="title"/>
          </p:nvPr>
        </p:nvSpPr>
        <p:spPr>
          <a:xfrm>
            <a:off x="1078992" y="1938528"/>
            <a:ext cx="7013400" cy="2990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33CC"/>
              </a:buClr>
              <a:buSzPts val="5400"/>
              <a:buFont typeface="Quattrocento Sans"/>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4"/>
          <p:cNvSpPr txBox="1"/>
          <p:nvPr>
            <p:ph idx="1" type="body"/>
          </p:nvPr>
        </p:nvSpPr>
        <p:spPr>
          <a:xfrm>
            <a:off x="8613648" y="1938528"/>
            <a:ext cx="2688300" cy="2990100"/>
          </a:xfrm>
          <a:prstGeom prst="rect">
            <a:avLst/>
          </a:prstGeom>
          <a:solidFill>
            <a:schemeClr val="accent1"/>
          </a:solidFill>
          <a:ln>
            <a:noFill/>
          </a:ln>
        </p:spPr>
        <p:txBody>
          <a:bodyPr anchorCtr="0" anchor="ctr" bIns="45700" lIns="91425" spcFirstLastPara="1" rIns="91425" wrap="square" tIns="45700">
            <a:normAutofit/>
          </a:bodyPr>
          <a:lstStyle>
            <a:lvl1pPr indent="-228600" lvl="0" marL="457200" algn="l">
              <a:lnSpc>
                <a:spcPct val="110000"/>
              </a:lnSpc>
              <a:spcBef>
                <a:spcPts val="1000"/>
              </a:spcBef>
              <a:spcAft>
                <a:spcPts val="0"/>
              </a:spcAft>
              <a:buClr>
                <a:schemeClr val="lt1"/>
              </a:buClr>
              <a:buSzPts val="2800"/>
              <a:buNone/>
              <a:defRPr sz="2800">
                <a:solidFill>
                  <a:schemeClr val="lt1"/>
                </a:solidFill>
              </a:defRPr>
            </a:lvl1pPr>
            <a:lvl2pPr indent="-228600" lvl="1" marL="914400" algn="l">
              <a:lnSpc>
                <a:spcPct val="110000"/>
              </a:lnSpc>
              <a:spcBef>
                <a:spcPts val="500"/>
              </a:spcBef>
              <a:spcAft>
                <a:spcPts val="0"/>
              </a:spcAft>
              <a:buClr>
                <a:srgbClr val="888888"/>
              </a:buClr>
              <a:buSzPts val="2000"/>
              <a:buNone/>
              <a:defRPr sz="2000">
                <a:solidFill>
                  <a:srgbClr val="888888"/>
                </a:solidFill>
              </a:defRPr>
            </a:lvl2pPr>
            <a:lvl3pPr indent="-228600" lvl="2" marL="1371600" algn="l">
              <a:lnSpc>
                <a:spcPct val="110000"/>
              </a:lnSpc>
              <a:spcBef>
                <a:spcPts val="500"/>
              </a:spcBef>
              <a:spcAft>
                <a:spcPts val="0"/>
              </a:spcAft>
              <a:buClr>
                <a:srgbClr val="888888"/>
              </a:buClr>
              <a:buSzPts val="1800"/>
              <a:buNone/>
              <a:defRPr sz="1800">
                <a:solidFill>
                  <a:srgbClr val="888888"/>
                </a:solidFill>
              </a:defRPr>
            </a:lvl3pPr>
            <a:lvl4pPr indent="-228600" lvl="3" marL="1828800" algn="l">
              <a:lnSpc>
                <a:spcPct val="110000"/>
              </a:lnSpc>
              <a:spcBef>
                <a:spcPts val="500"/>
              </a:spcBef>
              <a:spcAft>
                <a:spcPts val="0"/>
              </a:spcAft>
              <a:buClr>
                <a:srgbClr val="888888"/>
              </a:buClr>
              <a:buSzPts val="1600"/>
              <a:buNone/>
              <a:defRPr sz="1600">
                <a:solidFill>
                  <a:srgbClr val="888888"/>
                </a:solidFill>
              </a:defRPr>
            </a:lvl4pPr>
            <a:lvl5pPr indent="-228600" lvl="4" marL="2286000" algn="l">
              <a:lnSpc>
                <a:spcPct val="11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1" name="Google Shape;41;p14"/>
          <p:cNvSpPr/>
          <p:nvPr/>
        </p:nvSpPr>
        <p:spPr>
          <a:xfrm>
            <a:off x="609084" y="2965074"/>
            <a:ext cx="128100" cy="914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42" name="Google Shape;42;p14"/>
          <p:cNvSpPr/>
          <p:nvPr/>
        </p:nvSpPr>
        <p:spPr>
          <a:xfrm rot="5400000">
            <a:off x="7360671" y="3424440"/>
            <a:ext cx="2103000" cy="9000"/>
          </a:xfrm>
          <a:prstGeom prst="rect">
            <a:avLst/>
          </a:prstGeom>
          <a:solidFill>
            <a:srgbClr val="C8C8C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43" name="Google Shape;43;p14"/>
          <p:cNvSpPr txBox="1"/>
          <p:nvPr>
            <p:ph idx="12" type="sldNum"/>
          </p:nvPr>
        </p:nvSpPr>
        <p:spPr>
          <a:xfrm>
            <a:off x="11409045" y="6333134"/>
            <a:ext cx="731700" cy="525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chemeClr val="lt1"/>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chemeClr val="lt1"/>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chemeClr val="lt1"/>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chemeClr val="lt1"/>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chemeClr val="lt1"/>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chemeClr val="lt1"/>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chemeClr val="lt1"/>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chemeClr val="lt1"/>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chemeClr val="lt1"/>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pictures">
  <p:cSld name="Title and Content with pictures">
    <p:spTree>
      <p:nvGrpSpPr>
        <p:cNvPr id="44" name="Shape 44"/>
        <p:cNvGrpSpPr/>
        <p:nvPr/>
      </p:nvGrpSpPr>
      <p:grpSpPr>
        <a:xfrm>
          <a:off x="0" y="0"/>
          <a:ext cx="0" cy="0"/>
          <a:chOff x="0" y="0"/>
          <a:chExt cx="0" cy="0"/>
        </a:xfrm>
      </p:grpSpPr>
      <p:sp>
        <p:nvSpPr>
          <p:cNvPr id="45" name="Google Shape;45;p15"/>
          <p:cNvSpPr txBox="1"/>
          <p:nvPr>
            <p:ph type="title"/>
          </p:nvPr>
        </p:nvSpPr>
        <p:spPr>
          <a:xfrm>
            <a:off x="5084064" y="889393"/>
            <a:ext cx="6272700" cy="1536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33CC"/>
              </a:buClr>
              <a:buSzPts val="5200"/>
              <a:buFont typeface="Quattrocento Sans"/>
              <a:buNone/>
              <a:defRPr sz="5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5"/>
          <p:cNvSpPr txBox="1"/>
          <p:nvPr>
            <p:ph idx="1" type="body"/>
          </p:nvPr>
        </p:nvSpPr>
        <p:spPr>
          <a:xfrm>
            <a:off x="5102352" y="2727631"/>
            <a:ext cx="6272700" cy="30030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800"/>
              <a:buNone/>
              <a:defRPr sz="1800"/>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15"/>
          <p:cNvSpPr txBox="1"/>
          <p:nvPr>
            <p:ph idx="12" type="sldNum"/>
          </p:nvPr>
        </p:nvSpPr>
        <p:spPr>
          <a:xfrm>
            <a:off x="8540496"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48" name="Google Shape;48;p15"/>
          <p:cNvSpPr/>
          <p:nvPr/>
        </p:nvSpPr>
        <p:spPr>
          <a:xfrm rot="5400000">
            <a:off x="5317906" y="363383"/>
            <a:ext cx="73200" cy="5487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49" name="Google Shape;49;p15"/>
          <p:cNvSpPr/>
          <p:nvPr/>
        </p:nvSpPr>
        <p:spPr>
          <a:xfrm>
            <a:off x="5065776" y="2553749"/>
            <a:ext cx="6291000" cy="45600"/>
          </a:xfrm>
          <a:prstGeom prst="rect">
            <a:avLst/>
          </a:prstGeom>
          <a:solidFill>
            <a:srgbClr val="C8C8C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50" name="Google Shape;50;p15"/>
          <p:cNvSpPr/>
          <p:nvPr>
            <p:ph idx="2" type="pic"/>
          </p:nvPr>
        </p:nvSpPr>
        <p:spPr>
          <a:xfrm>
            <a:off x="457200" y="895738"/>
            <a:ext cx="4050900" cy="48348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2 pictures">
  <p:cSld name="Title and Content with 2 pictures">
    <p:spTree>
      <p:nvGrpSpPr>
        <p:cNvPr id="51" name="Shape 51"/>
        <p:cNvGrpSpPr/>
        <p:nvPr/>
      </p:nvGrpSpPr>
      <p:grpSpPr>
        <a:xfrm>
          <a:off x="0" y="0"/>
          <a:ext cx="0" cy="0"/>
          <a:chOff x="0" y="0"/>
          <a:chExt cx="0" cy="0"/>
        </a:xfrm>
      </p:grpSpPr>
      <p:sp>
        <p:nvSpPr>
          <p:cNvPr id="52" name="Google Shape;52;p16"/>
          <p:cNvSpPr txBox="1"/>
          <p:nvPr>
            <p:ph type="title"/>
          </p:nvPr>
        </p:nvSpPr>
        <p:spPr>
          <a:xfrm>
            <a:off x="612648" y="1074888"/>
            <a:ext cx="6272700" cy="1536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33CC"/>
              </a:buClr>
              <a:buSzPts val="5200"/>
              <a:buFont typeface="Quattrocento Sans"/>
              <a:buNone/>
              <a:defRPr sz="5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6"/>
          <p:cNvSpPr txBox="1"/>
          <p:nvPr>
            <p:ph idx="1" type="body"/>
          </p:nvPr>
        </p:nvSpPr>
        <p:spPr>
          <a:xfrm>
            <a:off x="612648" y="3009498"/>
            <a:ext cx="6272700" cy="27006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800"/>
              <a:buNone/>
              <a:defRPr sz="1800"/>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16"/>
          <p:cNvSpPr txBox="1"/>
          <p:nvPr>
            <p:ph idx="12" type="sldNum"/>
          </p:nvPr>
        </p:nvSpPr>
        <p:spPr>
          <a:xfrm>
            <a:off x="5605272" y="6356350"/>
            <a:ext cx="12801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55" name="Google Shape;55;p16"/>
          <p:cNvSpPr/>
          <p:nvPr/>
        </p:nvSpPr>
        <p:spPr>
          <a:xfrm rot="5400000">
            <a:off x="850338" y="629660"/>
            <a:ext cx="73200" cy="5487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56" name="Google Shape;56;p16"/>
          <p:cNvSpPr/>
          <p:nvPr>
            <p:ph idx="2" type="pic"/>
          </p:nvPr>
        </p:nvSpPr>
        <p:spPr>
          <a:xfrm>
            <a:off x="7684008" y="3204504"/>
            <a:ext cx="4508100" cy="2505600"/>
          </a:xfrm>
          <a:prstGeom prst="rect">
            <a:avLst/>
          </a:prstGeom>
          <a:noFill/>
          <a:ln>
            <a:noFill/>
          </a:ln>
        </p:spPr>
      </p:sp>
      <p:sp>
        <p:nvSpPr>
          <p:cNvPr id="57" name="Google Shape;57;p16"/>
          <p:cNvSpPr/>
          <p:nvPr>
            <p:ph idx="3" type="pic"/>
          </p:nvPr>
        </p:nvSpPr>
        <p:spPr>
          <a:xfrm>
            <a:off x="7680960" y="1074888"/>
            <a:ext cx="4508100" cy="1854900"/>
          </a:xfrm>
          <a:prstGeom prst="rect">
            <a:avLst/>
          </a:prstGeom>
          <a:noFill/>
          <a:ln>
            <a:noFill/>
          </a:ln>
        </p:spPr>
      </p:sp>
      <p:sp>
        <p:nvSpPr>
          <p:cNvPr id="58" name="Google Shape;58;p16"/>
          <p:cNvSpPr/>
          <p:nvPr/>
        </p:nvSpPr>
        <p:spPr>
          <a:xfrm>
            <a:off x="612648" y="2801145"/>
            <a:ext cx="6217800" cy="18300"/>
          </a:xfrm>
          <a:prstGeom prst="rect">
            <a:avLst/>
          </a:prstGeom>
          <a:solidFill>
            <a:srgbClr val="C8C8C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59" name="Shape 59"/>
        <p:cNvGrpSpPr/>
        <p:nvPr/>
      </p:nvGrpSpPr>
      <p:grpSpPr>
        <a:xfrm>
          <a:off x="0" y="0"/>
          <a:ext cx="0" cy="0"/>
          <a:chOff x="0" y="0"/>
          <a:chExt cx="0" cy="0"/>
        </a:xfrm>
      </p:grpSpPr>
      <p:sp>
        <p:nvSpPr>
          <p:cNvPr id="60" name="Google Shape;60;p17"/>
          <p:cNvSpPr txBox="1"/>
          <p:nvPr>
            <p:ph type="title"/>
          </p:nvPr>
        </p:nvSpPr>
        <p:spPr>
          <a:xfrm>
            <a:off x="557784" y="640080"/>
            <a:ext cx="10890600" cy="41148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0033CC"/>
              </a:buClr>
              <a:buSzPts val="4800"/>
              <a:buFont typeface="Quattrocento Sans"/>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7"/>
          <p:cNvSpPr/>
          <p:nvPr/>
        </p:nvSpPr>
        <p:spPr>
          <a:xfrm>
            <a:off x="498834" y="5118581"/>
            <a:ext cx="146400" cy="5487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62" name="Google Shape;62;p17"/>
          <p:cNvSpPr txBox="1"/>
          <p:nvPr>
            <p:ph idx="1" type="body"/>
          </p:nvPr>
        </p:nvSpPr>
        <p:spPr>
          <a:xfrm>
            <a:off x="841248" y="5102352"/>
            <a:ext cx="9207900" cy="585300"/>
          </a:xfrm>
          <a:prstGeom prst="rect">
            <a:avLst/>
          </a:prstGeom>
          <a:solidFill>
            <a:schemeClr val="accent1"/>
          </a:solidFill>
          <a:ln>
            <a:noFill/>
          </a:ln>
        </p:spPr>
        <p:txBody>
          <a:bodyPr anchorCtr="0" anchor="ctr" bIns="45700" lIns="91425" spcFirstLastPara="1" rIns="91425" wrap="square" tIns="45700">
            <a:normAutofit/>
          </a:bodyPr>
          <a:lstStyle>
            <a:lvl1pPr indent="-228600" lvl="0" marL="457200" algn="l">
              <a:lnSpc>
                <a:spcPct val="110000"/>
              </a:lnSpc>
              <a:spcBef>
                <a:spcPts val="1000"/>
              </a:spcBef>
              <a:spcAft>
                <a:spcPts val="0"/>
              </a:spcAft>
              <a:buClr>
                <a:schemeClr val="lt1"/>
              </a:buClr>
              <a:buSzPts val="2000"/>
              <a:buNone/>
              <a:defRPr sz="2000">
                <a:solidFill>
                  <a:schemeClr val="lt1"/>
                </a:solidFill>
              </a:defRPr>
            </a:lvl1pPr>
            <a:lvl2pPr indent="-228600" lvl="1" marL="914400" algn="l">
              <a:lnSpc>
                <a:spcPct val="110000"/>
              </a:lnSpc>
              <a:spcBef>
                <a:spcPts val="500"/>
              </a:spcBef>
              <a:spcAft>
                <a:spcPts val="0"/>
              </a:spcAft>
              <a:buClr>
                <a:srgbClr val="888888"/>
              </a:buClr>
              <a:buSzPts val="2000"/>
              <a:buNone/>
              <a:defRPr sz="2000">
                <a:solidFill>
                  <a:srgbClr val="888888"/>
                </a:solidFill>
              </a:defRPr>
            </a:lvl2pPr>
            <a:lvl3pPr indent="-228600" lvl="2" marL="1371600" algn="l">
              <a:lnSpc>
                <a:spcPct val="110000"/>
              </a:lnSpc>
              <a:spcBef>
                <a:spcPts val="500"/>
              </a:spcBef>
              <a:spcAft>
                <a:spcPts val="0"/>
              </a:spcAft>
              <a:buClr>
                <a:srgbClr val="888888"/>
              </a:buClr>
              <a:buSzPts val="1800"/>
              <a:buNone/>
              <a:defRPr sz="1800">
                <a:solidFill>
                  <a:srgbClr val="888888"/>
                </a:solidFill>
              </a:defRPr>
            </a:lvl3pPr>
            <a:lvl4pPr indent="-228600" lvl="3" marL="1828800" algn="l">
              <a:lnSpc>
                <a:spcPct val="110000"/>
              </a:lnSpc>
              <a:spcBef>
                <a:spcPts val="500"/>
              </a:spcBef>
              <a:spcAft>
                <a:spcPts val="0"/>
              </a:spcAft>
              <a:buClr>
                <a:srgbClr val="888888"/>
              </a:buClr>
              <a:buSzPts val="1600"/>
              <a:buNone/>
              <a:defRPr sz="1600">
                <a:solidFill>
                  <a:srgbClr val="888888"/>
                </a:solidFill>
              </a:defRPr>
            </a:lvl4pPr>
            <a:lvl5pPr indent="-228600" lvl="4" marL="2286000" algn="l">
              <a:lnSpc>
                <a:spcPct val="11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63" name="Google Shape;63;p17"/>
          <p:cNvSpPr txBox="1"/>
          <p:nvPr>
            <p:ph idx="12" type="sldNum"/>
          </p:nvPr>
        </p:nvSpPr>
        <p:spPr>
          <a:xfrm>
            <a:off x="8540496"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spTree>
      <p:nvGrpSpPr>
        <p:cNvPr id="64" name="Shape 64"/>
        <p:cNvGrpSpPr/>
        <p:nvPr/>
      </p:nvGrpSpPr>
      <p:grpSpPr>
        <a:xfrm>
          <a:off x="0" y="0"/>
          <a:ext cx="0" cy="0"/>
          <a:chOff x="0" y="0"/>
          <a:chExt cx="0" cy="0"/>
        </a:xfrm>
      </p:grpSpPr>
      <p:sp>
        <p:nvSpPr>
          <p:cNvPr id="65" name="Google Shape;65;p18"/>
          <p:cNvSpPr/>
          <p:nvPr>
            <p:ph idx="2" type="pic"/>
          </p:nvPr>
        </p:nvSpPr>
        <p:spPr>
          <a:xfrm>
            <a:off x="5422392" y="2798064"/>
            <a:ext cx="1463100" cy="1481400"/>
          </a:xfrm>
          <a:prstGeom prst="rect">
            <a:avLst/>
          </a:prstGeom>
          <a:noFill/>
          <a:ln>
            <a:noFill/>
          </a:ln>
        </p:spPr>
      </p:sp>
      <p:sp>
        <p:nvSpPr>
          <p:cNvPr id="66" name="Google Shape;66;p18"/>
          <p:cNvSpPr/>
          <p:nvPr>
            <p:ph idx="3" type="pic"/>
          </p:nvPr>
        </p:nvSpPr>
        <p:spPr>
          <a:xfrm>
            <a:off x="576072" y="2798064"/>
            <a:ext cx="1463100" cy="1481400"/>
          </a:xfrm>
          <a:prstGeom prst="rect">
            <a:avLst/>
          </a:prstGeom>
          <a:noFill/>
          <a:ln>
            <a:noFill/>
          </a:ln>
        </p:spPr>
      </p:sp>
      <p:sp>
        <p:nvSpPr>
          <p:cNvPr id="67" name="Google Shape;67;p18"/>
          <p:cNvSpPr/>
          <p:nvPr>
            <p:ph idx="4" type="pic"/>
          </p:nvPr>
        </p:nvSpPr>
        <p:spPr>
          <a:xfrm>
            <a:off x="7845552" y="2798064"/>
            <a:ext cx="1463100" cy="1481400"/>
          </a:xfrm>
          <a:prstGeom prst="rect">
            <a:avLst/>
          </a:prstGeom>
          <a:noFill/>
          <a:ln>
            <a:noFill/>
          </a:ln>
        </p:spPr>
      </p:sp>
      <p:sp>
        <p:nvSpPr>
          <p:cNvPr id="68" name="Google Shape;68;p18"/>
          <p:cNvSpPr/>
          <p:nvPr/>
        </p:nvSpPr>
        <p:spPr>
          <a:xfrm>
            <a:off x="1540857" y="876618"/>
            <a:ext cx="128100" cy="7041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69" name="Google Shape;69;p18"/>
          <p:cNvSpPr txBox="1"/>
          <p:nvPr>
            <p:ph type="title"/>
          </p:nvPr>
        </p:nvSpPr>
        <p:spPr>
          <a:xfrm>
            <a:off x="1732881" y="721106"/>
            <a:ext cx="9100200" cy="1179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33CC"/>
              </a:buClr>
              <a:buSzPts val="4000"/>
              <a:buFont typeface="Quattrocento Sans"/>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8"/>
          <p:cNvSpPr/>
          <p:nvPr>
            <p:ph idx="5" type="pic"/>
          </p:nvPr>
        </p:nvSpPr>
        <p:spPr>
          <a:xfrm>
            <a:off x="2999232" y="2798064"/>
            <a:ext cx="1463100" cy="1481400"/>
          </a:xfrm>
          <a:prstGeom prst="rect">
            <a:avLst/>
          </a:prstGeom>
          <a:noFill/>
          <a:ln>
            <a:noFill/>
          </a:ln>
        </p:spPr>
      </p:sp>
      <p:sp>
        <p:nvSpPr>
          <p:cNvPr id="71" name="Google Shape;71;p18"/>
          <p:cNvSpPr/>
          <p:nvPr>
            <p:ph idx="6" type="pic"/>
          </p:nvPr>
        </p:nvSpPr>
        <p:spPr>
          <a:xfrm>
            <a:off x="10268712" y="2798064"/>
            <a:ext cx="1463100" cy="1481400"/>
          </a:xfrm>
          <a:prstGeom prst="rect">
            <a:avLst/>
          </a:prstGeom>
          <a:noFill/>
          <a:ln>
            <a:noFill/>
          </a:ln>
        </p:spPr>
      </p:sp>
      <p:sp>
        <p:nvSpPr>
          <p:cNvPr id="72" name="Google Shape;72;p1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73" name="Google Shape;73;p18"/>
          <p:cNvSpPr txBox="1"/>
          <p:nvPr>
            <p:ph idx="1" type="body"/>
          </p:nvPr>
        </p:nvSpPr>
        <p:spPr>
          <a:xfrm>
            <a:off x="5431536" y="4489704"/>
            <a:ext cx="1462200" cy="64920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0"/>
              </a:spcBef>
              <a:spcAft>
                <a:spcPts val="0"/>
              </a:spcAft>
              <a:buClr>
                <a:schemeClr val="dk1"/>
              </a:buClr>
              <a:buSzPts val="2000"/>
              <a:buNone/>
              <a:defRPr sz="2000"/>
            </a:lvl1pPr>
            <a:lvl2pPr indent="-228600" lvl="1" marL="914400" algn="ctr">
              <a:lnSpc>
                <a:spcPct val="100000"/>
              </a:lnSpc>
              <a:spcBef>
                <a:spcPts val="0"/>
              </a:spcBef>
              <a:spcAft>
                <a:spcPts val="0"/>
              </a:spcAft>
              <a:buClr>
                <a:schemeClr val="dk1"/>
              </a:buClr>
              <a:buSzPts val="1600"/>
              <a:buNone/>
              <a:defRPr sz="1600"/>
            </a:lvl2pPr>
            <a:lvl3pPr indent="-355600" lvl="2" marL="1371600" algn="l">
              <a:lnSpc>
                <a:spcPct val="110000"/>
              </a:lnSpc>
              <a:spcBef>
                <a:spcPts val="500"/>
              </a:spcBef>
              <a:spcAft>
                <a:spcPts val="0"/>
              </a:spcAft>
              <a:buClr>
                <a:schemeClr val="dk1"/>
              </a:buClr>
              <a:buSzPts val="2000"/>
              <a:buChar char="•"/>
              <a:defRPr sz="2000"/>
            </a:lvl3pPr>
            <a:lvl4pPr indent="-355600" lvl="3" marL="1828800" algn="l">
              <a:lnSpc>
                <a:spcPct val="110000"/>
              </a:lnSpc>
              <a:spcBef>
                <a:spcPts val="500"/>
              </a:spcBef>
              <a:spcAft>
                <a:spcPts val="0"/>
              </a:spcAft>
              <a:buClr>
                <a:schemeClr val="dk1"/>
              </a:buClr>
              <a:buSzPts val="2000"/>
              <a:buChar char="•"/>
              <a:defRPr sz="2000"/>
            </a:lvl4pPr>
            <a:lvl5pPr indent="-355600" lvl="4" marL="2286000" algn="l">
              <a:lnSpc>
                <a:spcPct val="110000"/>
              </a:lnSpc>
              <a:spcBef>
                <a:spcPts val="5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18"/>
          <p:cNvSpPr txBox="1"/>
          <p:nvPr>
            <p:ph idx="7" type="body"/>
          </p:nvPr>
        </p:nvSpPr>
        <p:spPr>
          <a:xfrm>
            <a:off x="7845552" y="4489704"/>
            <a:ext cx="1462200" cy="64920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0"/>
              </a:spcBef>
              <a:spcAft>
                <a:spcPts val="0"/>
              </a:spcAft>
              <a:buClr>
                <a:schemeClr val="dk1"/>
              </a:buClr>
              <a:buSzPts val="2000"/>
              <a:buNone/>
              <a:defRPr sz="2000"/>
            </a:lvl1pPr>
            <a:lvl2pPr indent="-228600" lvl="1" marL="914400" algn="ctr">
              <a:lnSpc>
                <a:spcPct val="100000"/>
              </a:lnSpc>
              <a:spcBef>
                <a:spcPts val="0"/>
              </a:spcBef>
              <a:spcAft>
                <a:spcPts val="0"/>
              </a:spcAft>
              <a:buClr>
                <a:schemeClr val="dk1"/>
              </a:buClr>
              <a:buSzPts val="1600"/>
              <a:buNone/>
              <a:defRPr sz="1600"/>
            </a:lvl2pPr>
            <a:lvl3pPr indent="-355600" lvl="2" marL="1371600" algn="l">
              <a:lnSpc>
                <a:spcPct val="110000"/>
              </a:lnSpc>
              <a:spcBef>
                <a:spcPts val="500"/>
              </a:spcBef>
              <a:spcAft>
                <a:spcPts val="0"/>
              </a:spcAft>
              <a:buClr>
                <a:schemeClr val="dk1"/>
              </a:buClr>
              <a:buSzPts val="2000"/>
              <a:buChar char="•"/>
              <a:defRPr sz="2000"/>
            </a:lvl3pPr>
            <a:lvl4pPr indent="-355600" lvl="3" marL="1828800" algn="l">
              <a:lnSpc>
                <a:spcPct val="110000"/>
              </a:lnSpc>
              <a:spcBef>
                <a:spcPts val="500"/>
              </a:spcBef>
              <a:spcAft>
                <a:spcPts val="0"/>
              </a:spcAft>
              <a:buClr>
                <a:schemeClr val="dk1"/>
              </a:buClr>
              <a:buSzPts val="2000"/>
              <a:buChar char="•"/>
              <a:defRPr sz="2000"/>
            </a:lvl4pPr>
            <a:lvl5pPr indent="-355600" lvl="4" marL="2286000" algn="l">
              <a:lnSpc>
                <a:spcPct val="110000"/>
              </a:lnSpc>
              <a:spcBef>
                <a:spcPts val="5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8"/>
          <p:cNvSpPr txBox="1"/>
          <p:nvPr>
            <p:ph idx="8" type="body"/>
          </p:nvPr>
        </p:nvSpPr>
        <p:spPr>
          <a:xfrm>
            <a:off x="10268712" y="4489704"/>
            <a:ext cx="1462200" cy="64920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0"/>
              </a:spcBef>
              <a:spcAft>
                <a:spcPts val="0"/>
              </a:spcAft>
              <a:buClr>
                <a:schemeClr val="dk1"/>
              </a:buClr>
              <a:buSzPts val="2000"/>
              <a:buNone/>
              <a:defRPr sz="2000"/>
            </a:lvl1pPr>
            <a:lvl2pPr indent="-228600" lvl="1" marL="914400" algn="ctr">
              <a:lnSpc>
                <a:spcPct val="100000"/>
              </a:lnSpc>
              <a:spcBef>
                <a:spcPts val="0"/>
              </a:spcBef>
              <a:spcAft>
                <a:spcPts val="0"/>
              </a:spcAft>
              <a:buClr>
                <a:schemeClr val="dk1"/>
              </a:buClr>
              <a:buSzPts val="1600"/>
              <a:buNone/>
              <a:defRPr sz="1600"/>
            </a:lvl2pPr>
            <a:lvl3pPr indent="-355600" lvl="2" marL="1371600" algn="l">
              <a:lnSpc>
                <a:spcPct val="110000"/>
              </a:lnSpc>
              <a:spcBef>
                <a:spcPts val="500"/>
              </a:spcBef>
              <a:spcAft>
                <a:spcPts val="0"/>
              </a:spcAft>
              <a:buClr>
                <a:schemeClr val="dk1"/>
              </a:buClr>
              <a:buSzPts val="2000"/>
              <a:buChar char="•"/>
              <a:defRPr sz="2000"/>
            </a:lvl3pPr>
            <a:lvl4pPr indent="-355600" lvl="3" marL="1828800" algn="l">
              <a:lnSpc>
                <a:spcPct val="110000"/>
              </a:lnSpc>
              <a:spcBef>
                <a:spcPts val="500"/>
              </a:spcBef>
              <a:spcAft>
                <a:spcPts val="0"/>
              </a:spcAft>
              <a:buClr>
                <a:schemeClr val="dk1"/>
              </a:buClr>
              <a:buSzPts val="2000"/>
              <a:buChar char="•"/>
              <a:defRPr sz="2000"/>
            </a:lvl4pPr>
            <a:lvl5pPr indent="-355600" lvl="4" marL="2286000" algn="l">
              <a:lnSpc>
                <a:spcPct val="110000"/>
              </a:lnSpc>
              <a:spcBef>
                <a:spcPts val="5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18"/>
          <p:cNvSpPr txBox="1"/>
          <p:nvPr>
            <p:ph idx="9" type="body"/>
          </p:nvPr>
        </p:nvSpPr>
        <p:spPr>
          <a:xfrm>
            <a:off x="594360" y="4489704"/>
            <a:ext cx="1462200" cy="64920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0"/>
              </a:spcBef>
              <a:spcAft>
                <a:spcPts val="0"/>
              </a:spcAft>
              <a:buClr>
                <a:schemeClr val="dk1"/>
              </a:buClr>
              <a:buSzPts val="2000"/>
              <a:buNone/>
              <a:defRPr sz="2000"/>
            </a:lvl1pPr>
            <a:lvl2pPr indent="-228600" lvl="1" marL="914400" algn="ctr">
              <a:lnSpc>
                <a:spcPct val="100000"/>
              </a:lnSpc>
              <a:spcBef>
                <a:spcPts val="0"/>
              </a:spcBef>
              <a:spcAft>
                <a:spcPts val="0"/>
              </a:spcAft>
              <a:buClr>
                <a:schemeClr val="dk1"/>
              </a:buClr>
              <a:buSzPts val="1600"/>
              <a:buNone/>
              <a:defRPr sz="1600"/>
            </a:lvl2pPr>
            <a:lvl3pPr indent="-355600" lvl="2" marL="1371600" algn="l">
              <a:lnSpc>
                <a:spcPct val="110000"/>
              </a:lnSpc>
              <a:spcBef>
                <a:spcPts val="500"/>
              </a:spcBef>
              <a:spcAft>
                <a:spcPts val="0"/>
              </a:spcAft>
              <a:buClr>
                <a:schemeClr val="dk1"/>
              </a:buClr>
              <a:buSzPts val="2000"/>
              <a:buChar char="•"/>
              <a:defRPr sz="2000"/>
            </a:lvl3pPr>
            <a:lvl4pPr indent="-355600" lvl="3" marL="1828800" algn="l">
              <a:lnSpc>
                <a:spcPct val="110000"/>
              </a:lnSpc>
              <a:spcBef>
                <a:spcPts val="500"/>
              </a:spcBef>
              <a:spcAft>
                <a:spcPts val="0"/>
              </a:spcAft>
              <a:buClr>
                <a:schemeClr val="dk1"/>
              </a:buClr>
              <a:buSzPts val="2000"/>
              <a:buChar char="•"/>
              <a:defRPr sz="2000"/>
            </a:lvl4pPr>
            <a:lvl5pPr indent="-355600" lvl="4" marL="2286000" algn="l">
              <a:lnSpc>
                <a:spcPct val="110000"/>
              </a:lnSpc>
              <a:spcBef>
                <a:spcPts val="5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8"/>
          <p:cNvSpPr txBox="1"/>
          <p:nvPr>
            <p:ph idx="13" type="body"/>
          </p:nvPr>
        </p:nvSpPr>
        <p:spPr>
          <a:xfrm>
            <a:off x="3008376" y="4489704"/>
            <a:ext cx="1462200" cy="64920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0"/>
              </a:spcBef>
              <a:spcAft>
                <a:spcPts val="0"/>
              </a:spcAft>
              <a:buClr>
                <a:schemeClr val="dk1"/>
              </a:buClr>
              <a:buSzPts val="2000"/>
              <a:buNone/>
              <a:defRPr sz="2000"/>
            </a:lvl1pPr>
            <a:lvl2pPr indent="-228600" lvl="1" marL="914400" algn="ctr">
              <a:lnSpc>
                <a:spcPct val="100000"/>
              </a:lnSpc>
              <a:spcBef>
                <a:spcPts val="0"/>
              </a:spcBef>
              <a:spcAft>
                <a:spcPts val="0"/>
              </a:spcAft>
              <a:buClr>
                <a:schemeClr val="dk1"/>
              </a:buClr>
              <a:buSzPts val="1600"/>
              <a:buNone/>
              <a:defRPr sz="1600"/>
            </a:lvl2pPr>
            <a:lvl3pPr indent="-355600" lvl="2" marL="1371600" algn="l">
              <a:lnSpc>
                <a:spcPct val="110000"/>
              </a:lnSpc>
              <a:spcBef>
                <a:spcPts val="500"/>
              </a:spcBef>
              <a:spcAft>
                <a:spcPts val="0"/>
              </a:spcAft>
              <a:buClr>
                <a:schemeClr val="dk1"/>
              </a:buClr>
              <a:buSzPts val="2000"/>
              <a:buChar char="•"/>
              <a:defRPr sz="2000"/>
            </a:lvl3pPr>
            <a:lvl4pPr indent="-355600" lvl="3" marL="1828800" algn="l">
              <a:lnSpc>
                <a:spcPct val="110000"/>
              </a:lnSpc>
              <a:spcBef>
                <a:spcPts val="500"/>
              </a:spcBef>
              <a:spcAft>
                <a:spcPts val="0"/>
              </a:spcAft>
              <a:buClr>
                <a:schemeClr val="dk1"/>
              </a:buClr>
              <a:buSzPts val="2000"/>
              <a:buChar char="•"/>
              <a:defRPr sz="2000"/>
            </a:lvl4pPr>
            <a:lvl5pPr indent="-355600" lvl="4" marL="2286000" algn="l">
              <a:lnSpc>
                <a:spcPct val="110000"/>
              </a:lnSpc>
              <a:spcBef>
                <a:spcPts val="5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8" name="Shape 78"/>
        <p:cNvGrpSpPr/>
        <p:nvPr/>
      </p:nvGrpSpPr>
      <p:grpSpPr>
        <a:xfrm>
          <a:off x="0" y="0"/>
          <a:ext cx="0" cy="0"/>
          <a:chOff x="0" y="0"/>
          <a:chExt cx="0" cy="0"/>
        </a:xfrm>
      </p:grpSpPr>
      <p:sp>
        <p:nvSpPr>
          <p:cNvPr id="79" name="Google Shape;79;p19"/>
          <p:cNvSpPr/>
          <p:nvPr/>
        </p:nvSpPr>
        <p:spPr>
          <a:xfrm>
            <a:off x="1512865" y="786384"/>
            <a:ext cx="128100" cy="7041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80" name="Google Shape;80;p19"/>
          <p:cNvSpPr txBox="1"/>
          <p:nvPr>
            <p:ph type="title"/>
          </p:nvPr>
        </p:nvSpPr>
        <p:spPr>
          <a:xfrm>
            <a:off x="1640881" y="503825"/>
            <a:ext cx="9258900" cy="1179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33CC"/>
              </a:buClr>
              <a:buSzPts val="4000"/>
              <a:buFont typeface="Quattrocento Sans"/>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9"/>
          <p:cNvSpPr txBox="1"/>
          <p:nvPr>
            <p:ph idx="1" type="body"/>
          </p:nvPr>
        </p:nvSpPr>
        <p:spPr>
          <a:xfrm>
            <a:off x="466343" y="2270703"/>
            <a:ext cx="55053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400"/>
              <a:buNone/>
              <a:defRPr b="1" sz="2400" cap="none"/>
            </a:lvl1pPr>
            <a:lvl2pPr indent="-228600" lvl="1" marL="914400" algn="l">
              <a:lnSpc>
                <a:spcPct val="110000"/>
              </a:lnSpc>
              <a:spcBef>
                <a:spcPts val="500"/>
              </a:spcBef>
              <a:spcAft>
                <a:spcPts val="0"/>
              </a:spcAft>
              <a:buClr>
                <a:schemeClr val="dk1"/>
              </a:buClr>
              <a:buSzPts val="2000"/>
              <a:buNone/>
              <a:defRPr b="1" sz="2000"/>
            </a:lvl2pPr>
            <a:lvl3pPr indent="-228600" lvl="2" marL="1371600" algn="l">
              <a:lnSpc>
                <a:spcPct val="110000"/>
              </a:lnSpc>
              <a:spcBef>
                <a:spcPts val="500"/>
              </a:spcBef>
              <a:spcAft>
                <a:spcPts val="0"/>
              </a:spcAft>
              <a:buClr>
                <a:schemeClr val="dk1"/>
              </a:buClr>
              <a:buSzPts val="1800"/>
              <a:buNone/>
              <a:defRPr b="1" sz="18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2" name="Google Shape;82;p19"/>
          <p:cNvSpPr txBox="1"/>
          <p:nvPr>
            <p:ph idx="2" type="body"/>
          </p:nvPr>
        </p:nvSpPr>
        <p:spPr>
          <a:xfrm>
            <a:off x="466344" y="3103104"/>
            <a:ext cx="5505300" cy="296850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sz="1800"/>
            </a:lvl1pPr>
            <a:lvl2pPr indent="-342900" lvl="1" marL="914400" algn="l">
              <a:lnSpc>
                <a:spcPct val="110000"/>
              </a:lnSpc>
              <a:spcBef>
                <a:spcPts val="1000"/>
              </a:spcBef>
              <a:spcAft>
                <a:spcPts val="0"/>
              </a:spcAft>
              <a:buClr>
                <a:schemeClr val="dk1"/>
              </a:buClr>
              <a:buSzPts val="1800"/>
              <a:buChar char="•"/>
              <a:defRPr sz="1800"/>
            </a:lvl2pPr>
            <a:lvl3pPr indent="-342900" lvl="2" marL="1371600" algn="l">
              <a:lnSpc>
                <a:spcPct val="110000"/>
              </a:lnSpc>
              <a:spcBef>
                <a:spcPts val="1000"/>
              </a:spcBef>
              <a:spcAft>
                <a:spcPts val="0"/>
              </a:spcAft>
              <a:buClr>
                <a:schemeClr val="dk1"/>
              </a:buClr>
              <a:buSzPts val="1800"/>
              <a:buChar char="•"/>
              <a:defRPr sz="1800"/>
            </a:lvl3pPr>
            <a:lvl4pPr indent="-342900" lvl="3" marL="1828800" algn="l">
              <a:lnSpc>
                <a:spcPct val="110000"/>
              </a:lnSpc>
              <a:spcBef>
                <a:spcPts val="1000"/>
              </a:spcBef>
              <a:spcAft>
                <a:spcPts val="0"/>
              </a:spcAft>
              <a:buClr>
                <a:schemeClr val="dk1"/>
              </a:buClr>
              <a:buSzPts val="1800"/>
              <a:buChar char="•"/>
              <a:defRPr sz="1800"/>
            </a:lvl4pPr>
            <a:lvl5pPr indent="-342900" lvl="4" marL="2286000" algn="l">
              <a:lnSpc>
                <a:spcPct val="110000"/>
              </a:lnSpc>
              <a:spcBef>
                <a:spcPts val="1000"/>
              </a:spcBef>
              <a:spcAft>
                <a:spcPts val="0"/>
              </a:spcAft>
              <a:buClr>
                <a:schemeClr val="dk1"/>
              </a:buClr>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19"/>
          <p:cNvSpPr txBox="1"/>
          <p:nvPr>
            <p:ph idx="3" type="body"/>
          </p:nvPr>
        </p:nvSpPr>
        <p:spPr>
          <a:xfrm>
            <a:off x="6220409" y="2256140"/>
            <a:ext cx="55053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400"/>
              <a:buNone/>
              <a:defRPr b="1" sz="2400" cap="none"/>
            </a:lvl1pPr>
            <a:lvl2pPr indent="-228600" lvl="1" marL="914400" algn="l">
              <a:lnSpc>
                <a:spcPct val="110000"/>
              </a:lnSpc>
              <a:spcBef>
                <a:spcPts val="500"/>
              </a:spcBef>
              <a:spcAft>
                <a:spcPts val="0"/>
              </a:spcAft>
              <a:buClr>
                <a:schemeClr val="dk1"/>
              </a:buClr>
              <a:buSzPts val="2000"/>
              <a:buNone/>
              <a:defRPr b="1" sz="2000"/>
            </a:lvl2pPr>
            <a:lvl3pPr indent="-228600" lvl="2" marL="1371600" algn="l">
              <a:lnSpc>
                <a:spcPct val="110000"/>
              </a:lnSpc>
              <a:spcBef>
                <a:spcPts val="500"/>
              </a:spcBef>
              <a:spcAft>
                <a:spcPts val="0"/>
              </a:spcAft>
              <a:buClr>
                <a:schemeClr val="dk1"/>
              </a:buClr>
              <a:buSzPts val="1800"/>
              <a:buNone/>
              <a:defRPr b="1" sz="18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4" name="Google Shape;84;p19"/>
          <p:cNvSpPr txBox="1"/>
          <p:nvPr>
            <p:ph idx="4" type="body"/>
          </p:nvPr>
        </p:nvSpPr>
        <p:spPr>
          <a:xfrm>
            <a:off x="6220409" y="3103104"/>
            <a:ext cx="5505300" cy="296850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sz="1800"/>
            </a:lvl1pPr>
            <a:lvl2pPr indent="-342900" lvl="1" marL="914400" algn="l">
              <a:lnSpc>
                <a:spcPct val="110000"/>
              </a:lnSpc>
              <a:spcBef>
                <a:spcPts val="1000"/>
              </a:spcBef>
              <a:spcAft>
                <a:spcPts val="0"/>
              </a:spcAft>
              <a:buClr>
                <a:schemeClr val="dk1"/>
              </a:buClr>
              <a:buSzPts val="1800"/>
              <a:buChar char="•"/>
              <a:defRPr sz="1800"/>
            </a:lvl2pPr>
            <a:lvl3pPr indent="-342900" lvl="2" marL="1371600" algn="l">
              <a:lnSpc>
                <a:spcPct val="110000"/>
              </a:lnSpc>
              <a:spcBef>
                <a:spcPts val="1000"/>
              </a:spcBef>
              <a:spcAft>
                <a:spcPts val="0"/>
              </a:spcAft>
              <a:buClr>
                <a:schemeClr val="dk1"/>
              </a:buClr>
              <a:buSzPts val="1800"/>
              <a:buChar char="•"/>
              <a:defRPr sz="1800"/>
            </a:lvl3pPr>
            <a:lvl4pPr indent="-342900" lvl="3" marL="1828800" algn="l">
              <a:lnSpc>
                <a:spcPct val="110000"/>
              </a:lnSpc>
              <a:spcBef>
                <a:spcPts val="1000"/>
              </a:spcBef>
              <a:spcAft>
                <a:spcPts val="0"/>
              </a:spcAft>
              <a:buClr>
                <a:schemeClr val="dk1"/>
              </a:buClr>
              <a:buSzPts val="1800"/>
              <a:buChar char="•"/>
              <a:defRPr sz="1800"/>
            </a:lvl4pPr>
            <a:lvl5pPr indent="-342900" lvl="4" marL="2286000" algn="l">
              <a:lnSpc>
                <a:spcPct val="110000"/>
              </a:lnSpc>
              <a:spcBef>
                <a:spcPts val="1000"/>
              </a:spcBef>
              <a:spcAft>
                <a:spcPts val="0"/>
              </a:spcAft>
              <a:buClr>
                <a:schemeClr val="dk1"/>
              </a:buClr>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19"/>
          <p:cNvSpPr txBox="1"/>
          <p:nvPr>
            <p:ph idx="12" type="sldNum"/>
          </p:nvPr>
        </p:nvSpPr>
        <p:spPr>
          <a:xfrm>
            <a:off x="8540496"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3 column">
  <p:cSld name="Comparison 3 column">
    <p:spTree>
      <p:nvGrpSpPr>
        <p:cNvPr id="86" name="Shape 86"/>
        <p:cNvGrpSpPr/>
        <p:nvPr/>
      </p:nvGrpSpPr>
      <p:grpSpPr>
        <a:xfrm>
          <a:off x="0" y="0"/>
          <a:ext cx="0" cy="0"/>
          <a:chOff x="0" y="0"/>
          <a:chExt cx="0" cy="0"/>
        </a:xfrm>
      </p:grpSpPr>
      <p:sp>
        <p:nvSpPr>
          <p:cNvPr id="87" name="Google Shape;87;p20"/>
          <p:cNvSpPr/>
          <p:nvPr/>
        </p:nvSpPr>
        <p:spPr>
          <a:xfrm>
            <a:off x="1493520" y="786384"/>
            <a:ext cx="128100" cy="7041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88" name="Google Shape;88;p20"/>
          <p:cNvSpPr txBox="1"/>
          <p:nvPr>
            <p:ph type="title"/>
          </p:nvPr>
        </p:nvSpPr>
        <p:spPr>
          <a:xfrm>
            <a:off x="1557528" y="548640"/>
            <a:ext cx="9956400" cy="1179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33CC"/>
              </a:buClr>
              <a:buSzPts val="4000"/>
              <a:buFont typeface="Quattrocento Sans"/>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20"/>
          <p:cNvSpPr txBox="1"/>
          <p:nvPr>
            <p:ph idx="1" type="body"/>
          </p:nvPr>
        </p:nvSpPr>
        <p:spPr>
          <a:xfrm>
            <a:off x="576072" y="2372650"/>
            <a:ext cx="3291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400"/>
              <a:buNone/>
              <a:defRPr b="1" sz="2400" cap="none"/>
            </a:lvl1pPr>
            <a:lvl2pPr indent="-228600" lvl="1" marL="914400" algn="l">
              <a:lnSpc>
                <a:spcPct val="110000"/>
              </a:lnSpc>
              <a:spcBef>
                <a:spcPts val="500"/>
              </a:spcBef>
              <a:spcAft>
                <a:spcPts val="0"/>
              </a:spcAft>
              <a:buClr>
                <a:schemeClr val="dk1"/>
              </a:buClr>
              <a:buSzPts val="2000"/>
              <a:buNone/>
              <a:defRPr b="1" sz="2000"/>
            </a:lvl2pPr>
            <a:lvl3pPr indent="-228600" lvl="2" marL="1371600" algn="l">
              <a:lnSpc>
                <a:spcPct val="110000"/>
              </a:lnSpc>
              <a:spcBef>
                <a:spcPts val="500"/>
              </a:spcBef>
              <a:spcAft>
                <a:spcPts val="0"/>
              </a:spcAft>
              <a:buClr>
                <a:schemeClr val="dk1"/>
              </a:buClr>
              <a:buSzPts val="1800"/>
              <a:buNone/>
              <a:defRPr b="1" sz="18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0" name="Google Shape;90;p20"/>
          <p:cNvSpPr txBox="1"/>
          <p:nvPr>
            <p:ph idx="2" type="body"/>
          </p:nvPr>
        </p:nvSpPr>
        <p:spPr>
          <a:xfrm>
            <a:off x="576072" y="3203688"/>
            <a:ext cx="3291900" cy="296850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sz="1800"/>
            </a:lvl1pPr>
            <a:lvl2pPr indent="-342900" lvl="1" marL="914400" algn="l">
              <a:lnSpc>
                <a:spcPct val="110000"/>
              </a:lnSpc>
              <a:spcBef>
                <a:spcPts val="1000"/>
              </a:spcBef>
              <a:spcAft>
                <a:spcPts val="0"/>
              </a:spcAft>
              <a:buClr>
                <a:schemeClr val="dk1"/>
              </a:buClr>
              <a:buSzPts val="1800"/>
              <a:buChar char="•"/>
              <a:defRPr sz="1800"/>
            </a:lvl2pPr>
            <a:lvl3pPr indent="-342900" lvl="2" marL="1371600" algn="l">
              <a:lnSpc>
                <a:spcPct val="110000"/>
              </a:lnSpc>
              <a:spcBef>
                <a:spcPts val="1000"/>
              </a:spcBef>
              <a:spcAft>
                <a:spcPts val="0"/>
              </a:spcAft>
              <a:buClr>
                <a:schemeClr val="dk1"/>
              </a:buClr>
              <a:buSzPts val="1800"/>
              <a:buChar char="•"/>
              <a:defRPr sz="1800"/>
            </a:lvl3pPr>
            <a:lvl4pPr indent="-342900" lvl="3" marL="1828800" algn="l">
              <a:lnSpc>
                <a:spcPct val="110000"/>
              </a:lnSpc>
              <a:spcBef>
                <a:spcPts val="1000"/>
              </a:spcBef>
              <a:spcAft>
                <a:spcPts val="0"/>
              </a:spcAft>
              <a:buClr>
                <a:schemeClr val="dk1"/>
              </a:buClr>
              <a:buSzPts val="1800"/>
              <a:buChar char="•"/>
              <a:defRPr sz="1800"/>
            </a:lvl4pPr>
            <a:lvl5pPr indent="-342900" lvl="4" marL="2286000" algn="l">
              <a:lnSpc>
                <a:spcPct val="110000"/>
              </a:lnSpc>
              <a:spcBef>
                <a:spcPts val="1000"/>
              </a:spcBef>
              <a:spcAft>
                <a:spcPts val="0"/>
              </a:spcAft>
              <a:buClr>
                <a:schemeClr val="dk1"/>
              </a:buClr>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20"/>
          <p:cNvSpPr txBox="1"/>
          <p:nvPr>
            <p:ph idx="3" type="body"/>
          </p:nvPr>
        </p:nvSpPr>
        <p:spPr>
          <a:xfrm>
            <a:off x="4507992" y="2372650"/>
            <a:ext cx="3291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400"/>
              <a:buNone/>
              <a:defRPr b="1" sz="2400" cap="none"/>
            </a:lvl1pPr>
            <a:lvl2pPr indent="-228600" lvl="1" marL="914400" algn="l">
              <a:lnSpc>
                <a:spcPct val="110000"/>
              </a:lnSpc>
              <a:spcBef>
                <a:spcPts val="500"/>
              </a:spcBef>
              <a:spcAft>
                <a:spcPts val="0"/>
              </a:spcAft>
              <a:buClr>
                <a:schemeClr val="dk1"/>
              </a:buClr>
              <a:buSzPts val="2000"/>
              <a:buNone/>
              <a:defRPr b="1" sz="2000"/>
            </a:lvl2pPr>
            <a:lvl3pPr indent="-228600" lvl="2" marL="1371600" algn="l">
              <a:lnSpc>
                <a:spcPct val="110000"/>
              </a:lnSpc>
              <a:spcBef>
                <a:spcPts val="500"/>
              </a:spcBef>
              <a:spcAft>
                <a:spcPts val="0"/>
              </a:spcAft>
              <a:buClr>
                <a:schemeClr val="dk1"/>
              </a:buClr>
              <a:buSzPts val="1800"/>
              <a:buNone/>
              <a:defRPr b="1" sz="18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2" name="Google Shape;92;p20"/>
          <p:cNvSpPr txBox="1"/>
          <p:nvPr>
            <p:ph idx="4" type="body"/>
          </p:nvPr>
        </p:nvSpPr>
        <p:spPr>
          <a:xfrm>
            <a:off x="4507992" y="3203687"/>
            <a:ext cx="3291900" cy="296850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sz="1800"/>
            </a:lvl1pPr>
            <a:lvl2pPr indent="-342900" lvl="1" marL="914400" algn="l">
              <a:lnSpc>
                <a:spcPct val="110000"/>
              </a:lnSpc>
              <a:spcBef>
                <a:spcPts val="1000"/>
              </a:spcBef>
              <a:spcAft>
                <a:spcPts val="0"/>
              </a:spcAft>
              <a:buClr>
                <a:schemeClr val="dk1"/>
              </a:buClr>
              <a:buSzPts val="1800"/>
              <a:buChar char="•"/>
              <a:defRPr sz="1800"/>
            </a:lvl2pPr>
            <a:lvl3pPr indent="-342900" lvl="2" marL="1371600" algn="l">
              <a:lnSpc>
                <a:spcPct val="110000"/>
              </a:lnSpc>
              <a:spcBef>
                <a:spcPts val="1000"/>
              </a:spcBef>
              <a:spcAft>
                <a:spcPts val="0"/>
              </a:spcAft>
              <a:buClr>
                <a:schemeClr val="dk1"/>
              </a:buClr>
              <a:buSzPts val="1800"/>
              <a:buChar char="•"/>
              <a:defRPr sz="1800"/>
            </a:lvl3pPr>
            <a:lvl4pPr indent="-342900" lvl="3" marL="1828800" algn="l">
              <a:lnSpc>
                <a:spcPct val="110000"/>
              </a:lnSpc>
              <a:spcBef>
                <a:spcPts val="1000"/>
              </a:spcBef>
              <a:spcAft>
                <a:spcPts val="0"/>
              </a:spcAft>
              <a:buClr>
                <a:schemeClr val="dk1"/>
              </a:buClr>
              <a:buSzPts val="1800"/>
              <a:buChar char="•"/>
              <a:defRPr sz="1800"/>
            </a:lvl4pPr>
            <a:lvl5pPr indent="-342900" lvl="4" marL="2286000" algn="l">
              <a:lnSpc>
                <a:spcPct val="110000"/>
              </a:lnSpc>
              <a:spcBef>
                <a:spcPts val="1000"/>
              </a:spcBef>
              <a:spcAft>
                <a:spcPts val="0"/>
              </a:spcAft>
              <a:buClr>
                <a:schemeClr val="dk1"/>
              </a:buClr>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20"/>
          <p:cNvSpPr txBox="1"/>
          <p:nvPr>
            <p:ph idx="12" type="sldNum"/>
          </p:nvPr>
        </p:nvSpPr>
        <p:spPr>
          <a:xfrm>
            <a:off x="8540496"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94" name="Google Shape;94;p20"/>
          <p:cNvSpPr txBox="1"/>
          <p:nvPr>
            <p:ph idx="5" type="body"/>
          </p:nvPr>
        </p:nvSpPr>
        <p:spPr>
          <a:xfrm>
            <a:off x="8439912" y="2372650"/>
            <a:ext cx="3291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400"/>
              <a:buNone/>
              <a:defRPr b="1" sz="2400" cap="none"/>
            </a:lvl1pPr>
            <a:lvl2pPr indent="-228600" lvl="1" marL="914400" algn="l">
              <a:lnSpc>
                <a:spcPct val="110000"/>
              </a:lnSpc>
              <a:spcBef>
                <a:spcPts val="500"/>
              </a:spcBef>
              <a:spcAft>
                <a:spcPts val="0"/>
              </a:spcAft>
              <a:buClr>
                <a:schemeClr val="dk1"/>
              </a:buClr>
              <a:buSzPts val="2000"/>
              <a:buNone/>
              <a:defRPr b="1" sz="2000"/>
            </a:lvl2pPr>
            <a:lvl3pPr indent="-228600" lvl="2" marL="1371600" algn="l">
              <a:lnSpc>
                <a:spcPct val="110000"/>
              </a:lnSpc>
              <a:spcBef>
                <a:spcPts val="500"/>
              </a:spcBef>
              <a:spcAft>
                <a:spcPts val="0"/>
              </a:spcAft>
              <a:buClr>
                <a:schemeClr val="dk1"/>
              </a:buClr>
              <a:buSzPts val="1800"/>
              <a:buNone/>
              <a:defRPr b="1" sz="18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5" name="Google Shape;95;p20"/>
          <p:cNvSpPr txBox="1"/>
          <p:nvPr>
            <p:ph idx="6" type="body"/>
          </p:nvPr>
        </p:nvSpPr>
        <p:spPr>
          <a:xfrm>
            <a:off x="8439912" y="3203687"/>
            <a:ext cx="3291900" cy="296850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sz="1800"/>
            </a:lvl1pPr>
            <a:lvl2pPr indent="-342900" lvl="1" marL="914400" algn="l">
              <a:lnSpc>
                <a:spcPct val="110000"/>
              </a:lnSpc>
              <a:spcBef>
                <a:spcPts val="1000"/>
              </a:spcBef>
              <a:spcAft>
                <a:spcPts val="0"/>
              </a:spcAft>
              <a:buClr>
                <a:schemeClr val="dk1"/>
              </a:buClr>
              <a:buSzPts val="1800"/>
              <a:buChar char="•"/>
              <a:defRPr sz="1800"/>
            </a:lvl2pPr>
            <a:lvl3pPr indent="-342900" lvl="2" marL="1371600" algn="l">
              <a:lnSpc>
                <a:spcPct val="110000"/>
              </a:lnSpc>
              <a:spcBef>
                <a:spcPts val="1000"/>
              </a:spcBef>
              <a:spcAft>
                <a:spcPts val="0"/>
              </a:spcAft>
              <a:buClr>
                <a:schemeClr val="dk1"/>
              </a:buClr>
              <a:buSzPts val="1800"/>
              <a:buChar char="•"/>
              <a:defRPr sz="1800"/>
            </a:lvl3pPr>
            <a:lvl4pPr indent="-342900" lvl="3" marL="1828800" algn="l">
              <a:lnSpc>
                <a:spcPct val="110000"/>
              </a:lnSpc>
              <a:spcBef>
                <a:spcPts val="1000"/>
              </a:spcBef>
              <a:spcAft>
                <a:spcPts val="0"/>
              </a:spcAft>
              <a:buClr>
                <a:schemeClr val="dk1"/>
              </a:buClr>
              <a:buSzPts val="1800"/>
              <a:buChar char="•"/>
              <a:defRPr sz="1800"/>
            </a:lvl4pPr>
            <a:lvl5pPr indent="-342900" lvl="4" marL="2286000" algn="l">
              <a:lnSpc>
                <a:spcPct val="110000"/>
              </a:lnSpc>
              <a:spcBef>
                <a:spcPts val="1000"/>
              </a:spcBef>
              <a:spcAft>
                <a:spcPts val="0"/>
              </a:spcAft>
              <a:buClr>
                <a:schemeClr val="dk1"/>
              </a:buClr>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3 pictures">
  <p:cSld name="Title and Content with 3 pictures">
    <p:spTree>
      <p:nvGrpSpPr>
        <p:cNvPr id="96" name="Shape 96"/>
        <p:cNvGrpSpPr/>
        <p:nvPr/>
      </p:nvGrpSpPr>
      <p:grpSpPr>
        <a:xfrm>
          <a:off x="0" y="0"/>
          <a:ext cx="0" cy="0"/>
          <a:chOff x="0" y="0"/>
          <a:chExt cx="0" cy="0"/>
        </a:xfrm>
      </p:grpSpPr>
      <p:sp>
        <p:nvSpPr>
          <p:cNvPr id="97" name="Google Shape;97;p21"/>
          <p:cNvSpPr txBox="1"/>
          <p:nvPr>
            <p:ph type="title"/>
          </p:nvPr>
        </p:nvSpPr>
        <p:spPr>
          <a:xfrm>
            <a:off x="841248" y="978408"/>
            <a:ext cx="4059900" cy="1106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33CC"/>
              </a:buClr>
              <a:buSzPts val="2800"/>
              <a:buFont typeface="Quattrocento Sans"/>
              <a:buNone/>
              <a:defRPr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21"/>
          <p:cNvSpPr txBox="1"/>
          <p:nvPr>
            <p:ph idx="1" type="body"/>
          </p:nvPr>
        </p:nvSpPr>
        <p:spPr>
          <a:xfrm>
            <a:off x="841248" y="2359152"/>
            <a:ext cx="4059900" cy="34290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800"/>
              <a:buNone/>
              <a:defRPr sz="1800"/>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 name="Google Shape;99;p21"/>
          <p:cNvSpPr/>
          <p:nvPr>
            <p:ph idx="2" type="pic"/>
          </p:nvPr>
        </p:nvSpPr>
        <p:spPr>
          <a:xfrm>
            <a:off x="8961120" y="566928"/>
            <a:ext cx="2871300" cy="2340900"/>
          </a:xfrm>
          <a:prstGeom prst="rect">
            <a:avLst/>
          </a:prstGeom>
          <a:noFill/>
          <a:ln>
            <a:noFill/>
          </a:ln>
        </p:spPr>
      </p:sp>
      <p:sp>
        <p:nvSpPr>
          <p:cNvPr id="100" name="Google Shape;100;p21"/>
          <p:cNvSpPr/>
          <p:nvPr>
            <p:ph idx="3" type="pic"/>
          </p:nvPr>
        </p:nvSpPr>
        <p:spPr>
          <a:xfrm>
            <a:off x="5843016" y="566928"/>
            <a:ext cx="2871300" cy="2340900"/>
          </a:xfrm>
          <a:prstGeom prst="rect">
            <a:avLst/>
          </a:prstGeom>
          <a:noFill/>
          <a:ln>
            <a:noFill/>
          </a:ln>
        </p:spPr>
      </p:sp>
      <p:sp>
        <p:nvSpPr>
          <p:cNvPr id="101" name="Google Shape;101;p21"/>
          <p:cNvSpPr/>
          <p:nvPr/>
        </p:nvSpPr>
        <p:spPr>
          <a:xfrm>
            <a:off x="345567" y="1170432"/>
            <a:ext cx="128100" cy="7041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102" name="Google Shape;102;p21"/>
          <p:cNvSpPr/>
          <p:nvPr/>
        </p:nvSpPr>
        <p:spPr>
          <a:xfrm>
            <a:off x="877459" y="2121408"/>
            <a:ext cx="3958800" cy="9000"/>
          </a:xfrm>
          <a:prstGeom prst="rect">
            <a:avLst/>
          </a:prstGeom>
          <a:solidFill>
            <a:srgbClr val="C8C8C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103" name="Google Shape;103;p21"/>
          <p:cNvSpPr/>
          <p:nvPr>
            <p:ph idx="4" type="pic"/>
          </p:nvPr>
        </p:nvSpPr>
        <p:spPr>
          <a:xfrm>
            <a:off x="5843016" y="3108960"/>
            <a:ext cx="5989200" cy="3054000"/>
          </a:xfrm>
          <a:prstGeom prst="rect">
            <a:avLst/>
          </a:prstGeom>
          <a:noFill/>
          <a:ln>
            <a:noFill/>
          </a:ln>
        </p:spPr>
      </p:sp>
      <p:sp>
        <p:nvSpPr>
          <p:cNvPr id="104" name="Google Shape;104;p21"/>
          <p:cNvSpPr txBox="1"/>
          <p:nvPr>
            <p:ph idx="12" type="sldNum"/>
          </p:nvPr>
        </p:nvSpPr>
        <p:spPr>
          <a:xfrm>
            <a:off x="8540496"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5" name="Shape 105"/>
        <p:cNvGrpSpPr/>
        <p:nvPr/>
      </p:nvGrpSpPr>
      <p:grpSpPr>
        <a:xfrm>
          <a:off x="0" y="0"/>
          <a:ext cx="0" cy="0"/>
          <a:chOff x="0" y="0"/>
          <a:chExt cx="0" cy="0"/>
        </a:xfrm>
      </p:grpSpPr>
      <p:sp>
        <p:nvSpPr>
          <p:cNvPr id="106" name="Google Shape;106;p22"/>
          <p:cNvSpPr/>
          <p:nvPr/>
        </p:nvSpPr>
        <p:spPr>
          <a:xfrm>
            <a:off x="609084" y="2971798"/>
            <a:ext cx="128100" cy="914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107" name="Google Shape;107;p22"/>
          <p:cNvSpPr txBox="1"/>
          <p:nvPr>
            <p:ph type="title"/>
          </p:nvPr>
        </p:nvSpPr>
        <p:spPr>
          <a:xfrm>
            <a:off x="1078992" y="1938528"/>
            <a:ext cx="10177200" cy="2990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33CC"/>
              </a:buClr>
              <a:buSzPts val="5400"/>
              <a:buFont typeface="Quattrocento Sans"/>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2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9" name="Shape 109"/>
        <p:cNvGrpSpPr/>
        <p:nvPr/>
      </p:nvGrpSpPr>
      <p:grpSpPr>
        <a:xfrm>
          <a:off x="0" y="0"/>
          <a:ext cx="0" cy="0"/>
          <a:chOff x="0" y="0"/>
          <a:chExt cx="0" cy="0"/>
        </a:xfrm>
      </p:grpSpPr>
      <p:sp>
        <p:nvSpPr>
          <p:cNvPr id="110" name="Google Shape;110;p2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1" name="Shape 111"/>
        <p:cNvGrpSpPr/>
        <p:nvPr/>
      </p:nvGrpSpPr>
      <p:grpSpPr>
        <a:xfrm>
          <a:off x="0" y="0"/>
          <a:ext cx="0" cy="0"/>
          <a:chOff x="0" y="0"/>
          <a:chExt cx="0" cy="0"/>
        </a:xfrm>
      </p:grpSpPr>
      <p:sp>
        <p:nvSpPr>
          <p:cNvPr id="112" name="Google Shape;112;p24"/>
          <p:cNvSpPr/>
          <p:nvPr/>
        </p:nvSpPr>
        <p:spPr>
          <a:xfrm>
            <a:off x="498834" y="1618375"/>
            <a:ext cx="146400" cy="8229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113" name="Google Shape;113;p24"/>
          <p:cNvSpPr txBox="1"/>
          <p:nvPr>
            <p:ph type="title"/>
          </p:nvPr>
        </p:nvSpPr>
        <p:spPr>
          <a:xfrm>
            <a:off x="868680" y="1362456"/>
            <a:ext cx="3099900" cy="15861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rgbClr val="0033CC"/>
              </a:buClr>
              <a:buSzPts val="3400"/>
              <a:buFont typeface="Quattrocento Sans"/>
              <a:buNone/>
              <a:defRPr sz="3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24"/>
          <p:cNvSpPr txBox="1"/>
          <p:nvPr>
            <p:ph idx="1" type="body"/>
          </p:nvPr>
        </p:nvSpPr>
        <p:spPr>
          <a:xfrm>
            <a:off x="4965192" y="1162033"/>
            <a:ext cx="6729900" cy="4644300"/>
          </a:xfrm>
          <a:prstGeom prst="rect">
            <a:avLst/>
          </a:prstGeom>
          <a:noFill/>
          <a:ln>
            <a:noFill/>
          </a:ln>
        </p:spPr>
        <p:txBody>
          <a:bodyPr anchorCtr="0" anchor="t" bIns="45700" lIns="91425" spcFirstLastPara="1" rIns="91425" wrap="square" tIns="45700">
            <a:normAutofit/>
          </a:bodyPr>
          <a:lstStyle>
            <a:lvl1pPr indent="-406400" lvl="0" marL="457200" algn="l">
              <a:lnSpc>
                <a:spcPct val="110000"/>
              </a:lnSpc>
              <a:spcBef>
                <a:spcPts val="1000"/>
              </a:spcBef>
              <a:spcAft>
                <a:spcPts val="0"/>
              </a:spcAft>
              <a:buClr>
                <a:schemeClr val="dk1"/>
              </a:buClr>
              <a:buSzPts val="2800"/>
              <a:buChar char="•"/>
              <a:defRPr sz="2800"/>
            </a:lvl1pPr>
            <a:lvl2pPr indent="-381000" lvl="1" marL="914400" algn="l">
              <a:lnSpc>
                <a:spcPct val="110000"/>
              </a:lnSpc>
              <a:spcBef>
                <a:spcPts val="500"/>
              </a:spcBef>
              <a:spcAft>
                <a:spcPts val="0"/>
              </a:spcAft>
              <a:buClr>
                <a:schemeClr val="dk1"/>
              </a:buClr>
              <a:buSzPts val="2400"/>
              <a:buChar char="•"/>
              <a:defRPr sz="2400"/>
            </a:lvl2pPr>
            <a:lvl3pPr indent="-355600" lvl="2" marL="1371600" algn="l">
              <a:lnSpc>
                <a:spcPct val="110000"/>
              </a:lnSpc>
              <a:spcBef>
                <a:spcPts val="500"/>
              </a:spcBef>
              <a:spcAft>
                <a:spcPts val="0"/>
              </a:spcAft>
              <a:buClr>
                <a:schemeClr val="dk1"/>
              </a:buClr>
              <a:buSzPts val="2000"/>
              <a:buChar char="•"/>
              <a:defRPr sz="2000"/>
            </a:lvl3pPr>
            <a:lvl4pPr indent="-355600" lvl="3" marL="1828800" algn="l">
              <a:lnSpc>
                <a:spcPct val="110000"/>
              </a:lnSpc>
              <a:spcBef>
                <a:spcPts val="500"/>
              </a:spcBef>
              <a:spcAft>
                <a:spcPts val="0"/>
              </a:spcAft>
              <a:buClr>
                <a:schemeClr val="dk1"/>
              </a:buClr>
              <a:buSzPts val="2000"/>
              <a:buChar char="•"/>
              <a:defRPr sz="2000"/>
            </a:lvl4pPr>
            <a:lvl5pPr indent="-355600" lvl="4" marL="2286000" algn="l">
              <a:lnSpc>
                <a:spcPct val="11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15" name="Google Shape;115;p24"/>
          <p:cNvSpPr txBox="1"/>
          <p:nvPr>
            <p:ph idx="2" type="body"/>
          </p:nvPr>
        </p:nvSpPr>
        <p:spPr>
          <a:xfrm>
            <a:off x="868680" y="3013788"/>
            <a:ext cx="3099900" cy="24819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800"/>
              <a:buNone/>
              <a:defRPr sz="1800"/>
            </a:lvl1pPr>
            <a:lvl2pPr indent="-228600" lvl="1" marL="914400" algn="l">
              <a:lnSpc>
                <a:spcPct val="110000"/>
              </a:lnSpc>
              <a:spcBef>
                <a:spcPts val="500"/>
              </a:spcBef>
              <a:spcAft>
                <a:spcPts val="0"/>
              </a:spcAft>
              <a:buClr>
                <a:schemeClr val="dk1"/>
              </a:buClr>
              <a:buSzPts val="1400"/>
              <a:buNone/>
              <a:defRPr sz="1400"/>
            </a:lvl2pPr>
            <a:lvl3pPr indent="-228600" lvl="2" marL="1371600" algn="l">
              <a:lnSpc>
                <a:spcPct val="110000"/>
              </a:lnSpc>
              <a:spcBef>
                <a:spcPts val="500"/>
              </a:spcBef>
              <a:spcAft>
                <a:spcPts val="0"/>
              </a:spcAft>
              <a:buClr>
                <a:schemeClr val="dk1"/>
              </a:buClr>
              <a:buSzPts val="1200"/>
              <a:buNone/>
              <a:defRPr sz="1200"/>
            </a:lvl3pPr>
            <a:lvl4pPr indent="-228600" lvl="3" marL="1828800" algn="l">
              <a:lnSpc>
                <a:spcPct val="110000"/>
              </a:lnSpc>
              <a:spcBef>
                <a:spcPts val="500"/>
              </a:spcBef>
              <a:spcAft>
                <a:spcPts val="0"/>
              </a:spcAft>
              <a:buClr>
                <a:schemeClr val="dk1"/>
              </a:buClr>
              <a:buSzPts val="1000"/>
              <a:buNone/>
              <a:defRPr sz="1000"/>
            </a:lvl4pPr>
            <a:lvl5pPr indent="-228600" lvl="4" marL="2286000" algn="l">
              <a:lnSpc>
                <a:spcPct val="11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16" name="Google Shape;116;p2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7" name="Shape 117"/>
        <p:cNvGrpSpPr/>
        <p:nvPr/>
      </p:nvGrpSpPr>
      <p:grpSpPr>
        <a:xfrm>
          <a:off x="0" y="0"/>
          <a:ext cx="0" cy="0"/>
          <a:chOff x="0" y="0"/>
          <a:chExt cx="0" cy="0"/>
        </a:xfrm>
      </p:grpSpPr>
      <p:sp>
        <p:nvSpPr>
          <p:cNvPr id="118" name="Google Shape;118;p25"/>
          <p:cNvSpPr/>
          <p:nvPr/>
        </p:nvSpPr>
        <p:spPr>
          <a:xfrm>
            <a:off x="498834" y="1618375"/>
            <a:ext cx="146400" cy="8229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119" name="Google Shape;119;p25"/>
          <p:cNvSpPr txBox="1"/>
          <p:nvPr>
            <p:ph type="title"/>
          </p:nvPr>
        </p:nvSpPr>
        <p:spPr>
          <a:xfrm>
            <a:off x="868680" y="1709928"/>
            <a:ext cx="3099900" cy="1710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rgbClr val="0033CC"/>
              </a:buClr>
              <a:buSzPts val="3400"/>
              <a:buFont typeface="Quattrocento Sans"/>
              <a:buNone/>
              <a:defRPr sz="3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25"/>
          <p:cNvSpPr/>
          <p:nvPr>
            <p:ph idx="2" type="pic"/>
          </p:nvPr>
        </p:nvSpPr>
        <p:spPr>
          <a:xfrm>
            <a:off x="4965192" y="1161288"/>
            <a:ext cx="6729900" cy="4645200"/>
          </a:xfrm>
          <a:prstGeom prst="rect">
            <a:avLst/>
          </a:prstGeom>
          <a:noFill/>
          <a:ln>
            <a:noFill/>
          </a:ln>
        </p:spPr>
      </p:sp>
      <p:sp>
        <p:nvSpPr>
          <p:cNvPr id="121" name="Google Shape;121;p25"/>
          <p:cNvSpPr txBox="1"/>
          <p:nvPr>
            <p:ph idx="1" type="body"/>
          </p:nvPr>
        </p:nvSpPr>
        <p:spPr>
          <a:xfrm>
            <a:off x="868680" y="3438144"/>
            <a:ext cx="3099900" cy="20574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800"/>
              <a:buNone/>
              <a:defRPr sz="1800"/>
            </a:lvl1pPr>
            <a:lvl2pPr indent="-228600" lvl="1" marL="914400" algn="l">
              <a:lnSpc>
                <a:spcPct val="110000"/>
              </a:lnSpc>
              <a:spcBef>
                <a:spcPts val="500"/>
              </a:spcBef>
              <a:spcAft>
                <a:spcPts val="0"/>
              </a:spcAft>
              <a:buClr>
                <a:schemeClr val="dk1"/>
              </a:buClr>
              <a:buSzPts val="1400"/>
              <a:buNone/>
              <a:defRPr sz="1400"/>
            </a:lvl2pPr>
            <a:lvl3pPr indent="-228600" lvl="2" marL="1371600" algn="l">
              <a:lnSpc>
                <a:spcPct val="110000"/>
              </a:lnSpc>
              <a:spcBef>
                <a:spcPts val="500"/>
              </a:spcBef>
              <a:spcAft>
                <a:spcPts val="0"/>
              </a:spcAft>
              <a:buClr>
                <a:schemeClr val="dk1"/>
              </a:buClr>
              <a:buSzPts val="1200"/>
              <a:buNone/>
              <a:defRPr sz="1200"/>
            </a:lvl3pPr>
            <a:lvl4pPr indent="-228600" lvl="3" marL="1828800" algn="l">
              <a:lnSpc>
                <a:spcPct val="110000"/>
              </a:lnSpc>
              <a:spcBef>
                <a:spcPts val="500"/>
              </a:spcBef>
              <a:spcAft>
                <a:spcPts val="0"/>
              </a:spcAft>
              <a:buClr>
                <a:schemeClr val="dk1"/>
              </a:buClr>
              <a:buSzPts val="1000"/>
              <a:buNone/>
              <a:defRPr sz="1000"/>
            </a:lvl4pPr>
            <a:lvl5pPr indent="-228600" lvl="4" marL="2286000" algn="l">
              <a:lnSpc>
                <a:spcPct val="11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22" name="Google Shape;122;p2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8.xml"/><Relationship Id="rId10" Type="http://schemas.openxmlformats.org/officeDocument/2006/relationships/slideLayout" Target="../slideLayouts/slideLayout7.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image" Target="../media/image3.png"/><Relationship Id="rId2" Type="http://schemas.openxmlformats.org/officeDocument/2006/relationships/image" Target="../media/image1.png"/><Relationship Id="rId3" Type="http://schemas.openxmlformats.org/officeDocument/2006/relationships/image" Target="../media/image2.gif"/><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slideLayout" Target="../slideLayouts/slideLayout12.xml"/><Relationship Id="rId14" Type="http://schemas.openxmlformats.org/officeDocument/2006/relationships/slideLayout" Target="../slideLayouts/slideLayout11.xml"/><Relationship Id="rId17" Type="http://schemas.openxmlformats.org/officeDocument/2006/relationships/slideLayout" Target="../slideLayouts/slideLayout14.xml"/><Relationship Id="rId16" Type="http://schemas.openxmlformats.org/officeDocument/2006/relationships/slideLayout" Target="../slideLayouts/slideLayout13.xml"/><Relationship Id="rId5" Type="http://schemas.openxmlformats.org/officeDocument/2006/relationships/slideLayout" Target="../slideLayouts/slideLayout2.xml"/><Relationship Id="rId19" Type="http://schemas.openxmlformats.org/officeDocument/2006/relationships/theme" Target="../theme/theme1.xml"/><Relationship Id="rId6" Type="http://schemas.openxmlformats.org/officeDocument/2006/relationships/slideLayout" Target="../slideLayouts/slideLayout3.xml"/><Relationship Id="rId18" Type="http://schemas.openxmlformats.org/officeDocument/2006/relationships/slideLayout" Target="../slideLayouts/slideLayout15.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0"/>
          <p:cNvSpPr txBox="1"/>
          <p:nvPr>
            <p:ph type="title"/>
          </p:nvPr>
        </p:nvSpPr>
        <p:spPr>
          <a:xfrm>
            <a:off x="838200" y="839755"/>
            <a:ext cx="10515600" cy="8508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33CC"/>
              </a:buClr>
              <a:buSzPts val="4400"/>
              <a:buFont typeface="Roboto Medium"/>
              <a:buNone/>
              <a:defRPr b="0" i="0" sz="4400" u="none" cap="none" strike="noStrike">
                <a:solidFill>
                  <a:srgbClr val="0033CC"/>
                </a:solidFill>
                <a:latin typeface="Roboto Medium"/>
                <a:ea typeface="Roboto Medium"/>
                <a:cs typeface="Roboto Medium"/>
                <a:sym typeface="Roboto Medium"/>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110000"/>
              </a:lnSpc>
              <a:spcBef>
                <a:spcPts val="1000"/>
              </a:spcBef>
              <a:spcAft>
                <a:spcPts val="0"/>
              </a:spcAft>
              <a:buClr>
                <a:schemeClr val="dk1"/>
              </a:buClr>
              <a:buSzPts val="2800"/>
              <a:buFont typeface="Roboto"/>
              <a:buChar char="•"/>
              <a:defRPr b="0" i="0" sz="2800" u="none" cap="none" strike="noStrike">
                <a:solidFill>
                  <a:schemeClr val="dk1"/>
                </a:solidFill>
                <a:latin typeface="Roboto"/>
                <a:ea typeface="Roboto"/>
                <a:cs typeface="Roboto"/>
                <a:sym typeface="Roboto"/>
              </a:defRPr>
            </a:lvl1pPr>
            <a:lvl2pPr indent="-381000" lvl="1" marL="914400" marR="0" rtl="0" algn="l">
              <a:lnSpc>
                <a:spcPct val="110000"/>
              </a:lnSpc>
              <a:spcBef>
                <a:spcPts val="500"/>
              </a:spcBef>
              <a:spcAft>
                <a:spcPts val="0"/>
              </a:spcAft>
              <a:buClr>
                <a:schemeClr val="dk1"/>
              </a:buClr>
              <a:buSzPts val="2400"/>
              <a:buFont typeface="Roboto"/>
              <a:buChar char="•"/>
              <a:defRPr b="0" i="0" sz="2400" u="none" cap="none" strike="noStrike">
                <a:solidFill>
                  <a:schemeClr val="dk1"/>
                </a:solidFill>
                <a:latin typeface="Roboto"/>
                <a:ea typeface="Roboto"/>
                <a:cs typeface="Roboto"/>
                <a:sym typeface="Roboto"/>
              </a:defRPr>
            </a:lvl2pPr>
            <a:lvl3pPr indent="-355600" lvl="2" marL="1371600" marR="0" rtl="0" algn="l">
              <a:lnSpc>
                <a:spcPct val="110000"/>
              </a:lnSpc>
              <a:spcBef>
                <a:spcPts val="500"/>
              </a:spcBef>
              <a:spcAft>
                <a:spcPts val="0"/>
              </a:spcAft>
              <a:buClr>
                <a:schemeClr val="dk1"/>
              </a:buClr>
              <a:buSzPts val="2000"/>
              <a:buFont typeface="Roboto"/>
              <a:buChar char="•"/>
              <a:defRPr b="0" i="0" sz="2000" u="none" cap="none" strike="noStrike">
                <a:solidFill>
                  <a:schemeClr val="dk1"/>
                </a:solidFill>
                <a:latin typeface="Roboto"/>
                <a:ea typeface="Roboto"/>
                <a:cs typeface="Roboto"/>
                <a:sym typeface="Roboto"/>
              </a:defRPr>
            </a:lvl3pPr>
            <a:lvl4pPr indent="-342900" lvl="3" marL="1828800" marR="0" rtl="0" algn="l">
              <a:lnSpc>
                <a:spcPct val="110000"/>
              </a:lnSpc>
              <a:spcBef>
                <a:spcPts val="500"/>
              </a:spcBef>
              <a:spcAft>
                <a:spcPts val="0"/>
              </a:spcAft>
              <a:buClr>
                <a:schemeClr val="dk1"/>
              </a:buClr>
              <a:buSzPts val="1800"/>
              <a:buFont typeface="Roboto"/>
              <a:buChar char="•"/>
              <a:defRPr b="0" i="0" sz="1800" u="none" cap="none" strike="noStrike">
                <a:solidFill>
                  <a:schemeClr val="dk1"/>
                </a:solidFill>
                <a:latin typeface="Roboto"/>
                <a:ea typeface="Roboto"/>
                <a:cs typeface="Roboto"/>
                <a:sym typeface="Roboto"/>
              </a:defRPr>
            </a:lvl4pPr>
            <a:lvl5pPr indent="-342900" lvl="4" marL="2286000" marR="0" rtl="0" algn="l">
              <a:lnSpc>
                <a:spcPct val="110000"/>
              </a:lnSpc>
              <a:spcBef>
                <a:spcPts val="500"/>
              </a:spcBef>
              <a:spcAft>
                <a:spcPts val="0"/>
              </a:spcAft>
              <a:buClr>
                <a:schemeClr val="dk1"/>
              </a:buClr>
              <a:buSzPts val="1800"/>
              <a:buFont typeface="Roboto"/>
              <a:buChar char="•"/>
              <a:defRPr b="0" i="0" sz="1800" u="none" cap="none" strike="noStrike">
                <a:solidFill>
                  <a:schemeClr val="dk1"/>
                </a:solidFill>
                <a:latin typeface="Roboto"/>
                <a:ea typeface="Roboto"/>
                <a:cs typeface="Roboto"/>
                <a:sym typeface="Roboto"/>
              </a:defRPr>
            </a:lvl5pPr>
            <a:lvl6pPr indent="-342900" lvl="5" marL="2743200" marR="0" rtl="0" algn="l">
              <a:lnSpc>
                <a:spcPct val="90000"/>
              </a:lnSpc>
              <a:spcBef>
                <a:spcPts val="500"/>
              </a:spcBef>
              <a:spcAft>
                <a:spcPts val="0"/>
              </a:spcAft>
              <a:buClr>
                <a:schemeClr val="dk1"/>
              </a:buClr>
              <a:buSzPts val="1800"/>
              <a:buFont typeface="Roboto"/>
              <a:buChar char="•"/>
              <a:defRPr b="0" i="0" sz="1800" u="none" cap="none" strike="noStrike">
                <a:solidFill>
                  <a:schemeClr val="dk1"/>
                </a:solidFill>
                <a:latin typeface="Roboto"/>
                <a:ea typeface="Roboto"/>
                <a:cs typeface="Roboto"/>
                <a:sym typeface="Roboto"/>
              </a:defRPr>
            </a:lvl6pPr>
            <a:lvl7pPr indent="-342900" lvl="6" marL="3200400" marR="0" rtl="0" algn="l">
              <a:lnSpc>
                <a:spcPct val="90000"/>
              </a:lnSpc>
              <a:spcBef>
                <a:spcPts val="500"/>
              </a:spcBef>
              <a:spcAft>
                <a:spcPts val="0"/>
              </a:spcAft>
              <a:buClr>
                <a:schemeClr val="dk1"/>
              </a:buClr>
              <a:buSzPts val="1800"/>
              <a:buFont typeface="Roboto"/>
              <a:buChar char="•"/>
              <a:defRPr b="0" i="0" sz="1800" u="none" cap="none" strike="noStrike">
                <a:solidFill>
                  <a:schemeClr val="dk1"/>
                </a:solidFill>
                <a:latin typeface="Roboto"/>
                <a:ea typeface="Roboto"/>
                <a:cs typeface="Roboto"/>
                <a:sym typeface="Roboto"/>
              </a:defRPr>
            </a:lvl7pPr>
            <a:lvl8pPr indent="-342900" lvl="7" marL="3657600" marR="0" rtl="0" algn="l">
              <a:lnSpc>
                <a:spcPct val="90000"/>
              </a:lnSpc>
              <a:spcBef>
                <a:spcPts val="500"/>
              </a:spcBef>
              <a:spcAft>
                <a:spcPts val="0"/>
              </a:spcAft>
              <a:buClr>
                <a:schemeClr val="dk1"/>
              </a:buClr>
              <a:buSzPts val="1800"/>
              <a:buFont typeface="Roboto"/>
              <a:buChar char="•"/>
              <a:defRPr b="0" i="0" sz="1800" u="none" cap="none" strike="noStrike">
                <a:solidFill>
                  <a:schemeClr val="dk1"/>
                </a:solidFill>
                <a:latin typeface="Roboto"/>
                <a:ea typeface="Roboto"/>
                <a:cs typeface="Roboto"/>
                <a:sym typeface="Roboto"/>
              </a:defRPr>
            </a:lvl8pPr>
            <a:lvl9pPr indent="-342900" lvl="8" marL="4114800" marR="0" rtl="0" algn="l">
              <a:lnSpc>
                <a:spcPct val="90000"/>
              </a:lnSpc>
              <a:spcBef>
                <a:spcPts val="500"/>
              </a:spcBef>
              <a:spcAft>
                <a:spcPts val="0"/>
              </a:spcAft>
              <a:buClr>
                <a:schemeClr val="dk1"/>
              </a:buClr>
              <a:buSzPts val="1800"/>
              <a:buFont typeface="Roboto"/>
              <a:buChar char="•"/>
              <a:defRPr b="0" i="0" sz="1800" u="none" cap="none" strike="noStrike">
                <a:solidFill>
                  <a:schemeClr val="dk1"/>
                </a:solidFill>
                <a:latin typeface="Roboto"/>
                <a:ea typeface="Roboto"/>
                <a:cs typeface="Roboto"/>
                <a:sym typeface="Roboto"/>
              </a:defRPr>
            </a:lvl9pPr>
          </a:lstStyle>
          <a:p/>
        </p:txBody>
      </p:sp>
      <p:sp>
        <p:nvSpPr>
          <p:cNvPr id="12" name="Google Shape;12;p1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pic>
        <p:nvPicPr>
          <p:cNvPr id="13" name="Google Shape;13;p10"/>
          <p:cNvPicPr preferRelativeResize="0"/>
          <p:nvPr/>
        </p:nvPicPr>
        <p:blipFill rotWithShape="1">
          <a:blip r:embed="rId2">
            <a:alphaModFix/>
          </a:blip>
          <a:srcRect b="0" l="0" r="0" t="0"/>
          <a:stretch/>
        </p:blipFill>
        <p:spPr>
          <a:xfrm>
            <a:off x="103568" y="-273096"/>
            <a:ext cx="1469263" cy="1469263"/>
          </a:xfrm>
          <a:prstGeom prst="rect">
            <a:avLst/>
          </a:prstGeom>
          <a:noFill/>
          <a:ln>
            <a:noFill/>
          </a:ln>
        </p:spPr>
      </p:pic>
      <p:pic>
        <p:nvPicPr>
          <p:cNvPr id="14" name="Google Shape;14;p10"/>
          <p:cNvPicPr preferRelativeResize="0"/>
          <p:nvPr/>
        </p:nvPicPr>
        <p:blipFill rotWithShape="1">
          <a:blip r:embed="rId3">
            <a:alphaModFix/>
          </a:blip>
          <a:srcRect b="0" l="0" r="0" t="0"/>
          <a:stretch/>
        </p:blipFill>
        <p:spPr>
          <a:xfrm>
            <a:off x="10455475" y="93557"/>
            <a:ext cx="1657350" cy="7239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 id="2147483661" r:id="rId16"/>
    <p:sldLayoutId id="2147483662" r:id="rId17"/>
    <p:sldLayoutId id="2147483663"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8.png"/><Relationship Id="rId6" Type="http://schemas.openxmlformats.org/officeDocument/2006/relationships/hyperlink" Target="mailto:phuc@lhu.edu.vn" TargetMode="External"/><Relationship Id="rId7"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
          <p:cNvSpPr txBox="1"/>
          <p:nvPr>
            <p:ph type="ctrTitle"/>
          </p:nvPr>
        </p:nvSpPr>
        <p:spPr>
          <a:xfrm>
            <a:off x="1801368" y="1664208"/>
            <a:ext cx="8586216" cy="217627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33CC"/>
              </a:buClr>
              <a:buSzPts val="6600"/>
              <a:buFont typeface="Quattrocento Sans"/>
              <a:buNone/>
            </a:pPr>
            <a:r>
              <a:rPr lang="en-US"/>
              <a:t>Kỹ thuật lập trình</a:t>
            </a:r>
            <a:endParaRPr/>
          </a:p>
        </p:txBody>
      </p:sp>
      <p:sp>
        <p:nvSpPr>
          <p:cNvPr id="129" name="Google Shape;129;p1"/>
          <p:cNvSpPr txBox="1"/>
          <p:nvPr>
            <p:ph idx="1" type="subTitle"/>
          </p:nvPr>
        </p:nvSpPr>
        <p:spPr>
          <a:xfrm>
            <a:off x="2487168" y="4142232"/>
            <a:ext cx="7223760" cy="685800"/>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lnSpc>
                <a:spcPct val="110000"/>
              </a:lnSpc>
              <a:spcBef>
                <a:spcPts val="0"/>
              </a:spcBef>
              <a:spcAft>
                <a:spcPts val="0"/>
              </a:spcAft>
              <a:buClr>
                <a:schemeClr val="lt1"/>
              </a:buClr>
              <a:buSzPts val="2800"/>
              <a:buNone/>
            </a:pPr>
            <a:r>
              <a:rPr lang="en-US"/>
              <a:t>Học chuyển đổi kiến thức</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
          <p:cNvSpPr txBox="1"/>
          <p:nvPr>
            <p:ph type="title"/>
          </p:nvPr>
        </p:nvSpPr>
        <p:spPr>
          <a:xfrm>
            <a:off x="1780125" y="95350"/>
            <a:ext cx="10003200" cy="4035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111111"/>
              <a:buNone/>
            </a:pPr>
            <a:r>
              <a:rPr lang="en-US"/>
              <a:t>Chương trình học</a:t>
            </a:r>
            <a:endParaRPr/>
          </a:p>
        </p:txBody>
      </p:sp>
      <p:sp>
        <p:nvSpPr>
          <p:cNvPr id="136" name="Google Shape;136;p2"/>
          <p:cNvSpPr txBox="1"/>
          <p:nvPr>
            <p:ph idx="1" type="body"/>
          </p:nvPr>
        </p:nvSpPr>
        <p:spPr>
          <a:xfrm>
            <a:off x="122350" y="1074775"/>
            <a:ext cx="11976000" cy="4548600"/>
          </a:xfrm>
          <a:prstGeom prst="rect">
            <a:avLst/>
          </a:prstGeom>
          <a:noFill/>
          <a:ln>
            <a:noFill/>
          </a:ln>
        </p:spPr>
        <p:txBody>
          <a:bodyPr anchorCtr="0" anchor="t" bIns="45700" lIns="91425" spcFirstLastPara="1" rIns="91425" wrap="square" tIns="45700">
            <a:normAutofit/>
          </a:bodyPr>
          <a:lstStyle/>
          <a:p>
            <a:pPr indent="-342900" lvl="0" marL="457200" rtl="0" algn="l">
              <a:lnSpc>
                <a:spcPct val="110000"/>
              </a:lnSpc>
              <a:spcBef>
                <a:spcPts val="1000"/>
              </a:spcBef>
              <a:spcAft>
                <a:spcPts val="0"/>
              </a:spcAft>
              <a:buSzPts val="1800"/>
              <a:buChar char="❖"/>
            </a:pPr>
            <a:r>
              <a:rPr b="1" lang="en-US"/>
              <a:t>Buổi 1: NỀN TẢNG TƯ DUY LẬP TRÌNH PYTHON &amp; TIẾP CẬN AI TRỢ GIÚP LẬP TRÌNH</a:t>
            </a:r>
            <a:endParaRPr b="1"/>
          </a:p>
          <a:p>
            <a:pPr indent="-342900" lvl="0" marL="457200" rtl="0" algn="l">
              <a:lnSpc>
                <a:spcPct val="110000"/>
              </a:lnSpc>
              <a:spcBef>
                <a:spcPts val="0"/>
              </a:spcBef>
              <a:spcAft>
                <a:spcPts val="0"/>
              </a:spcAft>
              <a:buSzPts val="1800"/>
              <a:buChar char="❖"/>
            </a:pPr>
            <a:r>
              <a:rPr b="1" lang="en-US"/>
              <a:t>BUỔI 2 – XỬ LÝ DỮ LIỆU VÀ TOÁN HỌC TRONG AI</a:t>
            </a:r>
            <a:endParaRPr b="1"/>
          </a:p>
          <a:p>
            <a:pPr indent="-342900" lvl="0" marL="457200" rtl="0" algn="l">
              <a:lnSpc>
                <a:spcPct val="110000"/>
              </a:lnSpc>
              <a:spcBef>
                <a:spcPts val="0"/>
              </a:spcBef>
              <a:spcAft>
                <a:spcPts val="0"/>
              </a:spcAft>
              <a:buSzPts val="1800"/>
              <a:buChar char="❖"/>
            </a:pPr>
            <a:r>
              <a:rPr b="1" lang="en-US"/>
              <a:t>BUỔI 3 – ỨNG DỤNG MÔ HÌNH AI CƠ BẢN BẰNG PYTHON</a:t>
            </a:r>
            <a:endParaRPr b="1"/>
          </a:p>
          <a:p>
            <a:pPr indent="-342900" lvl="0" marL="457200" rtl="0" algn="l">
              <a:lnSpc>
                <a:spcPct val="110000"/>
              </a:lnSpc>
              <a:spcBef>
                <a:spcPts val="0"/>
              </a:spcBef>
              <a:spcAft>
                <a:spcPts val="0"/>
              </a:spcAft>
              <a:buSzPts val="1800"/>
              <a:buChar char="❖"/>
            </a:pPr>
            <a:r>
              <a:rPr b="1" lang="en-US"/>
              <a:t>BUỔI 4 – Ô</a:t>
            </a:r>
            <a:endParaRPr b="1"/>
          </a:p>
        </p:txBody>
      </p:sp>
      <p:sp>
        <p:nvSpPr>
          <p:cNvPr id="137" name="Google Shape;137;p2"/>
          <p:cNvSpPr txBox="1"/>
          <p:nvPr>
            <p:ph idx="12" type="sldNum"/>
          </p:nvPr>
        </p:nvSpPr>
        <p:spPr>
          <a:xfrm>
            <a:off x="9298142" y="63650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3600"/>
              <a:buFont typeface="Arial"/>
              <a:buNone/>
            </a:pPr>
            <a:fld id="{00000000-1234-1234-1234-123412341234}" type="slidenum">
              <a:rPr lang="en-US"/>
              <a:t>‹#›</a:t>
            </a:fld>
            <a:endParaRPr/>
          </a:p>
        </p:txBody>
      </p:sp>
      <p:sp>
        <p:nvSpPr>
          <p:cNvPr id="138" name="Google Shape;138;p2"/>
          <p:cNvSpPr txBox="1"/>
          <p:nvPr>
            <p:ph idx="2" type="title"/>
          </p:nvPr>
        </p:nvSpPr>
        <p:spPr>
          <a:xfrm>
            <a:off x="2305500" y="498850"/>
            <a:ext cx="8193900" cy="4035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111111"/>
              <a:buNone/>
            </a:pPr>
            <a:r>
              <a:rPr lang="en-US"/>
              <a:t>Nội dung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3"/>
          <p:cNvSpPr txBox="1"/>
          <p:nvPr>
            <p:ph type="title"/>
          </p:nvPr>
        </p:nvSpPr>
        <p:spPr>
          <a:xfrm>
            <a:off x="1780125" y="95350"/>
            <a:ext cx="10003200" cy="4035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111111"/>
              <a:buNone/>
            </a:pPr>
            <a:r>
              <a:rPr lang="en-US"/>
              <a:t>Repository Pattern</a:t>
            </a:r>
            <a:endParaRPr/>
          </a:p>
        </p:txBody>
      </p:sp>
      <p:sp>
        <p:nvSpPr>
          <p:cNvPr id="145" name="Google Shape;145;p3"/>
          <p:cNvSpPr txBox="1"/>
          <p:nvPr>
            <p:ph idx="1" type="body"/>
          </p:nvPr>
        </p:nvSpPr>
        <p:spPr>
          <a:xfrm>
            <a:off x="122350" y="1074775"/>
            <a:ext cx="11976000" cy="4548600"/>
          </a:xfrm>
          <a:prstGeom prst="rect">
            <a:avLst/>
          </a:prstGeom>
          <a:noFill/>
          <a:ln>
            <a:noFill/>
          </a:ln>
        </p:spPr>
        <p:txBody>
          <a:bodyPr anchorCtr="0" anchor="t" bIns="45700" lIns="91425" spcFirstLastPara="1" rIns="91425" wrap="square" tIns="45700">
            <a:normAutofit/>
          </a:bodyPr>
          <a:lstStyle/>
          <a:p>
            <a:pPr indent="-342900" lvl="0" marL="457200" rtl="0" algn="just">
              <a:lnSpc>
                <a:spcPct val="110000"/>
              </a:lnSpc>
              <a:spcBef>
                <a:spcPts val="1000"/>
              </a:spcBef>
              <a:spcAft>
                <a:spcPts val="0"/>
              </a:spcAft>
              <a:buSzPts val="1800"/>
              <a:buChar char="❖"/>
            </a:pPr>
            <a:r>
              <a:rPr lang="en-US"/>
              <a:t>Repository cho một thực thể là Book, sẽ có các phương thức CRUD (</a:t>
            </a:r>
            <a:r>
              <a:rPr b="1" lang="en-US"/>
              <a:t>C</a:t>
            </a:r>
            <a:r>
              <a:rPr lang="en-US"/>
              <a:t>read </a:t>
            </a:r>
            <a:r>
              <a:rPr b="1" lang="en-US"/>
              <a:t>R</a:t>
            </a:r>
            <a:r>
              <a:rPr lang="en-US"/>
              <a:t>ead </a:t>
            </a:r>
            <a:r>
              <a:rPr b="1" lang="en-US"/>
              <a:t>U</a:t>
            </a:r>
            <a:r>
              <a:rPr lang="en-US"/>
              <a:t>pdate </a:t>
            </a:r>
            <a:r>
              <a:rPr b="1" lang="en-US"/>
              <a:t>D</a:t>
            </a:r>
            <a:r>
              <a:rPr lang="en-US"/>
              <a:t>elete) hoặc bất cứ hành động nào có thể liên quan đến thực thể này. </a:t>
            </a:r>
            <a:endParaRPr/>
          </a:p>
          <a:p>
            <a:pPr indent="-342900" lvl="0" marL="457200" rtl="0" algn="just">
              <a:lnSpc>
                <a:spcPct val="110000"/>
              </a:lnSpc>
              <a:spcBef>
                <a:spcPts val="0"/>
              </a:spcBef>
              <a:spcAft>
                <a:spcPts val="0"/>
              </a:spcAft>
              <a:buSzPts val="1800"/>
              <a:buChar char="❖"/>
            </a:pPr>
            <a:r>
              <a:rPr lang="en-US"/>
              <a:t>Một Repository Pattern có thể được triển khai theo 2 cách sau:</a:t>
            </a:r>
            <a:endParaRPr/>
          </a:p>
          <a:p>
            <a:pPr indent="-342900" lvl="1" marL="914400" rtl="0" algn="just">
              <a:lnSpc>
                <a:spcPct val="110000"/>
              </a:lnSpc>
              <a:spcBef>
                <a:spcPts val="0"/>
              </a:spcBef>
              <a:spcAft>
                <a:spcPts val="0"/>
              </a:spcAft>
              <a:buSzPts val="1800"/>
              <a:buChar char="➢"/>
            </a:pPr>
            <a:r>
              <a:rPr b="1" lang="en-US">
                <a:solidFill>
                  <a:srgbClr val="0033CC"/>
                </a:solidFill>
              </a:rPr>
              <a:t>Một Repository cho một Entity cụ thể</a:t>
            </a:r>
            <a:r>
              <a:rPr lang="en-US"/>
              <a:t>: Nếu có 2 thực thể là </a:t>
            </a:r>
            <a:r>
              <a:rPr b="1" lang="en-US"/>
              <a:t>Book </a:t>
            </a:r>
            <a:r>
              <a:rPr lang="en-US"/>
              <a:t>và </a:t>
            </a:r>
            <a:r>
              <a:rPr b="1" lang="en-US"/>
              <a:t>Category</a:t>
            </a:r>
            <a:r>
              <a:rPr lang="en-US"/>
              <a:t>, mỗi thực thể này sẽ có </a:t>
            </a:r>
            <a:r>
              <a:rPr lang="en-US" u="sng"/>
              <a:t>một repository</a:t>
            </a:r>
            <a:r>
              <a:rPr lang="en-US"/>
              <a:t> của riêng nó là </a:t>
            </a:r>
            <a:r>
              <a:rPr b="1" lang="en-US"/>
              <a:t>BookRepository </a:t>
            </a:r>
            <a:r>
              <a:rPr lang="en-US"/>
              <a:t>và </a:t>
            </a:r>
            <a:r>
              <a:rPr b="1" lang="en-US"/>
              <a:t>CategoryRepository</a:t>
            </a:r>
            <a:r>
              <a:rPr lang="en-US"/>
              <a:t>.</a:t>
            </a:r>
            <a:endParaRPr/>
          </a:p>
          <a:p>
            <a:pPr indent="-342900" lvl="1" marL="914400" rtl="0" algn="just">
              <a:lnSpc>
                <a:spcPct val="110000"/>
              </a:lnSpc>
              <a:spcBef>
                <a:spcPts val="0"/>
              </a:spcBef>
              <a:spcAft>
                <a:spcPts val="0"/>
              </a:spcAft>
              <a:buSzPts val="1800"/>
              <a:buChar char="➢"/>
            </a:pPr>
            <a:r>
              <a:rPr b="1" lang="en-US">
                <a:solidFill>
                  <a:schemeClr val="accent1"/>
                </a:solidFill>
              </a:rPr>
              <a:t>Generic Repository</a:t>
            </a:r>
            <a:r>
              <a:rPr lang="en-US"/>
              <a:t>: Là một cái có thể sử dụng cho tất cả các thực thể, hay nói cách khác chúng được sử dụng cho cả Book và Category hoặc bất cứ Entity nào khác.</a:t>
            </a:r>
            <a:endParaRPr/>
          </a:p>
        </p:txBody>
      </p:sp>
      <p:sp>
        <p:nvSpPr>
          <p:cNvPr id="146" name="Google Shape;146;p3"/>
          <p:cNvSpPr txBox="1"/>
          <p:nvPr>
            <p:ph idx="12" type="sldNum"/>
          </p:nvPr>
        </p:nvSpPr>
        <p:spPr>
          <a:xfrm>
            <a:off x="9298142" y="63650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3600"/>
              <a:buNone/>
            </a:pPr>
            <a:fld id="{00000000-1234-1234-1234-123412341234}" type="slidenum">
              <a:rPr lang="en-US"/>
              <a:t>‹#›</a:t>
            </a:fld>
            <a:endParaRPr/>
          </a:p>
        </p:txBody>
      </p:sp>
      <p:sp>
        <p:nvSpPr>
          <p:cNvPr id="147" name="Google Shape;147;p3"/>
          <p:cNvSpPr txBox="1"/>
          <p:nvPr>
            <p:ph idx="2" type="title"/>
          </p:nvPr>
        </p:nvSpPr>
        <p:spPr>
          <a:xfrm>
            <a:off x="2305500" y="498850"/>
            <a:ext cx="8193900" cy="4035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111111"/>
              <a:buNone/>
            </a:pPr>
            <a:r>
              <a:rPr lang="en-US"/>
              <a:t>Ví dụ</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4"/>
          <p:cNvSpPr txBox="1"/>
          <p:nvPr>
            <p:ph type="title"/>
          </p:nvPr>
        </p:nvSpPr>
        <p:spPr>
          <a:xfrm>
            <a:off x="1780125" y="95350"/>
            <a:ext cx="10003200" cy="4035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111111"/>
              <a:buNone/>
            </a:pPr>
            <a:r>
              <a:rPr lang="en-US"/>
              <a:t>Repository Pattern</a:t>
            </a:r>
            <a:endParaRPr/>
          </a:p>
        </p:txBody>
      </p:sp>
      <p:sp>
        <p:nvSpPr>
          <p:cNvPr id="154" name="Google Shape;154;p4"/>
          <p:cNvSpPr txBox="1"/>
          <p:nvPr>
            <p:ph idx="1" type="body"/>
          </p:nvPr>
        </p:nvSpPr>
        <p:spPr>
          <a:xfrm>
            <a:off x="122350" y="1074775"/>
            <a:ext cx="11976000" cy="4548600"/>
          </a:xfrm>
          <a:prstGeom prst="rect">
            <a:avLst/>
          </a:prstGeom>
          <a:noFill/>
          <a:ln>
            <a:noFill/>
          </a:ln>
        </p:spPr>
        <p:txBody>
          <a:bodyPr anchorCtr="0" anchor="t" bIns="45700" lIns="91425" spcFirstLastPara="1" rIns="91425" wrap="square" tIns="45700">
            <a:normAutofit/>
          </a:bodyPr>
          <a:lstStyle/>
          <a:p>
            <a:pPr indent="-342900" lvl="0" marL="457200" rtl="0" algn="just">
              <a:lnSpc>
                <a:spcPct val="110000"/>
              </a:lnSpc>
              <a:spcBef>
                <a:spcPts val="1000"/>
              </a:spcBef>
              <a:spcAft>
                <a:spcPts val="0"/>
              </a:spcAft>
              <a:buSzPts val="1800"/>
              <a:buChar char="❖"/>
            </a:pPr>
            <a:r>
              <a:t/>
            </a:r>
            <a:endParaRPr/>
          </a:p>
        </p:txBody>
      </p:sp>
      <p:sp>
        <p:nvSpPr>
          <p:cNvPr id="155" name="Google Shape;155;p4"/>
          <p:cNvSpPr txBox="1"/>
          <p:nvPr>
            <p:ph idx="12" type="sldNum"/>
          </p:nvPr>
        </p:nvSpPr>
        <p:spPr>
          <a:xfrm>
            <a:off x="9298142" y="63650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3600"/>
              <a:buNone/>
            </a:pPr>
            <a:fld id="{00000000-1234-1234-1234-123412341234}" type="slidenum">
              <a:rPr lang="en-US"/>
              <a:t>‹#›</a:t>
            </a:fld>
            <a:endParaRPr/>
          </a:p>
        </p:txBody>
      </p:sp>
      <p:sp>
        <p:nvSpPr>
          <p:cNvPr id="156" name="Google Shape;156;p4"/>
          <p:cNvSpPr txBox="1"/>
          <p:nvPr>
            <p:ph idx="2" type="title"/>
          </p:nvPr>
        </p:nvSpPr>
        <p:spPr>
          <a:xfrm>
            <a:off x="2305500" y="498850"/>
            <a:ext cx="8193900" cy="4035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111111"/>
              <a:buNone/>
            </a:pPr>
            <a:r>
              <a:rPr lang="en-US"/>
              <a:t>code - Yêu cầu bài toán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5"/>
          <p:cNvSpPr txBox="1"/>
          <p:nvPr>
            <p:ph type="title"/>
          </p:nvPr>
        </p:nvSpPr>
        <p:spPr>
          <a:xfrm>
            <a:off x="1780125" y="95350"/>
            <a:ext cx="10003200" cy="4035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111111"/>
              <a:buNone/>
            </a:pPr>
            <a:r>
              <a:rPr lang="en-US"/>
              <a:t>Repository Pattern</a:t>
            </a:r>
            <a:endParaRPr/>
          </a:p>
        </p:txBody>
      </p:sp>
      <p:sp>
        <p:nvSpPr>
          <p:cNvPr id="163" name="Google Shape;163;p5"/>
          <p:cNvSpPr txBox="1"/>
          <p:nvPr>
            <p:ph idx="1" type="body"/>
          </p:nvPr>
        </p:nvSpPr>
        <p:spPr>
          <a:xfrm>
            <a:off x="122350" y="1074775"/>
            <a:ext cx="11976000" cy="4548600"/>
          </a:xfrm>
          <a:prstGeom prst="rect">
            <a:avLst/>
          </a:prstGeom>
          <a:noFill/>
          <a:ln>
            <a:noFill/>
          </a:ln>
        </p:spPr>
        <p:txBody>
          <a:bodyPr anchorCtr="0" anchor="t" bIns="45700" lIns="91425" spcFirstLastPara="1" rIns="91425" wrap="square" tIns="45700">
            <a:normAutofit/>
          </a:bodyPr>
          <a:lstStyle/>
          <a:p>
            <a:pPr indent="-342900" lvl="0" marL="457200" rtl="0" algn="just">
              <a:lnSpc>
                <a:spcPct val="110000"/>
              </a:lnSpc>
              <a:spcBef>
                <a:spcPts val="1000"/>
              </a:spcBef>
              <a:spcAft>
                <a:spcPts val="0"/>
              </a:spcAft>
              <a:buSzPts val="1800"/>
              <a:buChar char="❖"/>
            </a:pPr>
            <a:r>
              <a:t/>
            </a:r>
            <a:endParaRPr/>
          </a:p>
        </p:txBody>
      </p:sp>
      <p:sp>
        <p:nvSpPr>
          <p:cNvPr id="164" name="Google Shape;164;p5"/>
          <p:cNvSpPr txBox="1"/>
          <p:nvPr>
            <p:ph idx="12" type="sldNum"/>
          </p:nvPr>
        </p:nvSpPr>
        <p:spPr>
          <a:xfrm>
            <a:off x="9298142" y="63650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3600"/>
              <a:buNone/>
            </a:pPr>
            <a:fld id="{00000000-1234-1234-1234-123412341234}" type="slidenum">
              <a:rPr lang="en-US"/>
              <a:t>‹#›</a:t>
            </a:fld>
            <a:endParaRPr/>
          </a:p>
        </p:txBody>
      </p:sp>
      <p:sp>
        <p:nvSpPr>
          <p:cNvPr id="165" name="Google Shape;165;p5"/>
          <p:cNvSpPr txBox="1"/>
          <p:nvPr>
            <p:ph idx="2" type="title"/>
          </p:nvPr>
        </p:nvSpPr>
        <p:spPr>
          <a:xfrm>
            <a:off x="2305500" y="498850"/>
            <a:ext cx="8193900" cy="4035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111111"/>
              <a:buNone/>
            </a:pPr>
            <a:r>
              <a:rPr lang="en-US"/>
              <a:t>Code - Tổ chức cấu trúc project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6"/>
          <p:cNvSpPr txBox="1"/>
          <p:nvPr>
            <p:ph type="title"/>
          </p:nvPr>
        </p:nvSpPr>
        <p:spPr>
          <a:xfrm>
            <a:off x="1780125" y="95350"/>
            <a:ext cx="10003200" cy="4035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111111"/>
              <a:buNone/>
            </a:pPr>
            <a:r>
              <a:rPr lang="en-US"/>
              <a:t>Repository Pattern</a:t>
            </a:r>
            <a:endParaRPr/>
          </a:p>
        </p:txBody>
      </p:sp>
      <p:sp>
        <p:nvSpPr>
          <p:cNvPr id="172" name="Google Shape;172;p6"/>
          <p:cNvSpPr txBox="1"/>
          <p:nvPr>
            <p:ph idx="1" type="body"/>
          </p:nvPr>
        </p:nvSpPr>
        <p:spPr>
          <a:xfrm>
            <a:off x="122350" y="1074775"/>
            <a:ext cx="11976000" cy="4548600"/>
          </a:xfrm>
          <a:prstGeom prst="rect">
            <a:avLst/>
          </a:prstGeom>
          <a:noFill/>
          <a:ln>
            <a:noFill/>
          </a:ln>
        </p:spPr>
        <p:txBody>
          <a:bodyPr anchorCtr="0" anchor="t" bIns="45700" lIns="91425" spcFirstLastPara="1" rIns="91425" wrap="square" tIns="45700">
            <a:normAutofit/>
          </a:bodyPr>
          <a:lstStyle/>
          <a:p>
            <a:pPr indent="-342900" lvl="0" marL="457200" rtl="0" algn="just">
              <a:lnSpc>
                <a:spcPct val="110000"/>
              </a:lnSpc>
              <a:spcBef>
                <a:spcPts val="1000"/>
              </a:spcBef>
              <a:spcAft>
                <a:spcPts val="0"/>
              </a:spcAft>
              <a:buSzPts val="1800"/>
              <a:buChar char="❖"/>
            </a:pPr>
            <a:r>
              <a:t/>
            </a:r>
            <a:endParaRPr/>
          </a:p>
        </p:txBody>
      </p:sp>
      <p:sp>
        <p:nvSpPr>
          <p:cNvPr id="173" name="Google Shape;173;p6"/>
          <p:cNvSpPr txBox="1"/>
          <p:nvPr>
            <p:ph idx="12" type="sldNum"/>
          </p:nvPr>
        </p:nvSpPr>
        <p:spPr>
          <a:xfrm>
            <a:off x="9298142" y="63650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3600"/>
              <a:buNone/>
            </a:pPr>
            <a:fld id="{00000000-1234-1234-1234-123412341234}" type="slidenum">
              <a:rPr lang="en-US"/>
              <a:t>‹#›</a:t>
            </a:fld>
            <a:endParaRPr/>
          </a:p>
        </p:txBody>
      </p:sp>
      <p:sp>
        <p:nvSpPr>
          <p:cNvPr id="174" name="Google Shape;174;p6"/>
          <p:cNvSpPr txBox="1"/>
          <p:nvPr>
            <p:ph idx="2" type="title"/>
          </p:nvPr>
        </p:nvSpPr>
        <p:spPr>
          <a:xfrm>
            <a:off x="2305500" y="498850"/>
            <a:ext cx="8193900" cy="4035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111111"/>
              <a:buNone/>
            </a:pPr>
            <a:r>
              <a:rPr lang="en-US"/>
              <a:t>Code - Viết code cho từng lớp tương ứng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7"/>
          <p:cNvSpPr txBox="1"/>
          <p:nvPr>
            <p:ph type="title"/>
          </p:nvPr>
        </p:nvSpPr>
        <p:spPr>
          <a:xfrm>
            <a:off x="1780125" y="95350"/>
            <a:ext cx="10003200" cy="4035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111111"/>
              <a:buNone/>
            </a:pPr>
            <a:r>
              <a:rPr lang="en-US"/>
              <a:t>Repository Pattern</a:t>
            </a:r>
            <a:endParaRPr/>
          </a:p>
        </p:txBody>
      </p:sp>
      <p:sp>
        <p:nvSpPr>
          <p:cNvPr id="181" name="Google Shape;181;p7"/>
          <p:cNvSpPr txBox="1"/>
          <p:nvPr>
            <p:ph idx="1" type="body"/>
          </p:nvPr>
        </p:nvSpPr>
        <p:spPr>
          <a:xfrm>
            <a:off x="122350" y="1074775"/>
            <a:ext cx="11976000" cy="4548600"/>
          </a:xfrm>
          <a:prstGeom prst="rect">
            <a:avLst/>
          </a:prstGeom>
          <a:noFill/>
          <a:ln>
            <a:noFill/>
          </a:ln>
        </p:spPr>
        <p:txBody>
          <a:bodyPr anchorCtr="0" anchor="t" bIns="45700" lIns="91425" spcFirstLastPara="1" rIns="91425" wrap="square" tIns="45700">
            <a:normAutofit/>
          </a:bodyPr>
          <a:lstStyle/>
          <a:p>
            <a:pPr indent="-342900" lvl="0" marL="457200" rtl="0" algn="just">
              <a:lnSpc>
                <a:spcPct val="110000"/>
              </a:lnSpc>
              <a:spcBef>
                <a:spcPts val="1000"/>
              </a:spcBef>
              <a:spcAft>
                <a:spcPts val="0"/>
              </a:spcAft>
              <a:buSzPts val="1800"/>
              <a:buChar char="❖"/>
            </a:pPr>
            <a:r>
              <a:t/>
            </a:r>
            <a:endParaRPr/>
          </a:p>
        </p:txBody>
      </p:sp>
      <p:sp>
        <p:nvSpPr>
          <p:cNvPr id="182" name="Google Shape;182;p7"/>
          <p:cNvSpPr txBox="1"/>
          <p:nvPr>
            <p:ph idx="12" type="sldNum"/>
          </p:nvPr>
        </p:nvSpPr>
        <p:spPr>
          <a:xfrm>
            <a:off x="9298142" y="63650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3600"/>
              <a:buNone/>
            </a:pPr>
            <a:fld id="{00000000-1234-1234-1234-123412341234}" type="slidenum">
              <a:rPr lang="en-US"/>
              <a:t>‹#›</a:t>
            </a:fld>
            <a:endParaRPr/>
          </a:p>
        </p:txBody>
      </p:sp>
      <p:sp>
        <p:nvSpPr>
          <p:cNvPr id="183" name="Google Shape;183;p7"/>
          <p:cNvSpPr txBox="1"/>
          <p:nvPr>
            <p:ph idx="2" type="title"/>
          </p:nvPr>
        </p:nvSpPr>
        <p:spPr>
          <a:xfrm>
            <a:off x="2305500" y="498850"/>
            <a:ext cx="8193900" cy="4035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111111"/>
              <a:buNone/>
            </a:pPr>
            <a:r>
              <a:rPr lang="en-US"/>
              <a:t>Code - Viết code cho từng lớp tương ứng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8"/>
          <p:cNvSpPr txBox="1"/>
          <p:nvPr>
            <p:ph type="title"/>
          </p:nvPr>
        </p:nvSpPr>
        <p:spPr>
          <a:xfrm>
            <a:off x="1780125" y="95350"/>
            <a:ext cx="10003200" cy="4035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111111"/>
              <a:buNone/>
            </a:pPr>
            <a:r>
              <a:rPr lang="en-US"/>
              <a:t>Repository Pattern</a:t>
            </a:r>
            <a:endParaRPr/>
          </a:p>
        </p:txBody>
      </p:sp>
      <p:sp>
        <p:nvSpPr>
          <p:cNvPr id="190" name="Google Shape;190;p8"/>
          <p:cNvSpPr txBox="1"/>
          <p:nvPr>
            <p:ph idx="1" type="body"/>
          </p:nvPr>
        </p:nvSpPr>
        <p:spPr>
          <a:xfrm>
            <a:off x="122350" y="1074775"/>
            <a:ext cx="11976000" cy="4548600"/>
          </a:xfrm>
          <a:prstGeom prst="rect">
            <a:avLst/>
          </a:prstGeom>
          <a:noFill/>
          <a:ln>
            <a:noFill/>
          </a:ln>
        </p:spPr>
        <p:txBody>
          <a:bodyPr anchorCtr="0" anchor="t" bIns="45700" lIns="91425" spcFirstLastPara="1" rIns="91425" wrap="square" tIns="45700">
            <a:normAutofit/>
          </a:bodyPr>
          <a:lstStyle/>
          <a:p>
            <a:pPr indent="-342900" lvl="0" marL="457200" rtl="0" algn="just">
              <a:lnSpc>
                <a:spcPct val="110000"/>
              </a:lnSpc>
              <a:spcBef>
                <a:spcPts val="1000"/>
              </a:spcBef>
              <a:spcAft>
                <a:spcPts val="0"/>
              </a:spcAft>
              <a:buSzPts val="1800"/>
              <a:buChar char="❖"/>
            </a:pPr>
            <a:r>
              <a:t/>
            </a:r>
            <a:endParaRPr/>
          </a:p>
        </p:txBody>
      </p:sp>
      <p:sp>
        <p:nvSpPr>
          <p:cNvPr id="191" name="Google Shape;191;p8"/>
          <p:cNvSpPr txBox="1"/>
          <p:nvPr>
            <p:ph idx="12" type="sldNum"/>
          </p:nvPr>
        </p:nvSpPr>
        <p:spPr>
          <a:xfrm>
            <a:off x="9298142" y="63650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3600"/>
              <a:buNone/>
            </a:pPr>
            <a:fld id="{00000000-1234-1234-1234-123412341234}" type="slidenum">
              <a:rPr lang="en-US"/>
              <a:t>‹#›</a:t>
            </a:fld>
            <a:endParaRPr/>
          </a:p>
        </p:txBody>
      </p:sp>
      <p:sp>
        <p:nvSpPr>
          <p:cNvPr id="192" name="Google Shape;192;p8"/>
          <p:cNvSpPr txBox="1"/>
          <p:nvPr>
            <p:ph idx="2" type="title"/>
          </p:nvPr>
        </p:nvSpPr>
        <p:spPr>
          <a:xfrm>
            <a:off x="2305500" y="498850"/>
            <a:ext cx="8193900" cy="4035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111111"/>
              <a:buNone/>
            </a:pPr>
            <a:r>
              <a:rPr lang="en-US"/>
              <a:t>Code - Viết code cho từng lớp tương ứng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9"/>
          <p:cNvSpPr txBox="1"/>
          <p:nvPr>
            <p:ph type="title"/>
          </p:nvPr>
        </p:nvSpPr>
        <p:spPr>
          <a:xfrm>
            <a:off x="7772400" y="978408"/>
            <a:ext cx="3721608" cy="110642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33CC"/>
              </a:buClr>
              <a:buSzPts val="2800"/>
              <a:buFont typeface="Quattrocento Sans"/>
              <a:buNone/>
            </a:pPr>
            <a:r>
              <a:rPr lang="en-US"/>
              <a:t>Thank you</a:t>
            </a:r>
            <a:endParaRPr/>
          </a:p>
        </p:txBody>
      </p:sp>
      <p:pic>
        <p:nvPicPr>
          <p:cNvPr descr="woman writing on a dry erase board" id="198" name="Google Shape;198;p9"/>
          <p:cNvPicPr preferRelativeResize="0"/>
          <p:nvPr>
            <p:ph idx="2" type="pic"/>
          </p:nvPr>
        </p:nvPicPr>
        <p:blipFill rotWithShape="1">
          <a:blip r:embed="rId3">
            <a:alphaModFix/>
          </a:blip>
          <a:srcRect b="0" l="58" r="58" t="0"/>
          <a:stretch/>
        </p:blipFill>
        <p:spPr>
          <a:xfrm>
            <a:off x="895522" y="859155"/>
            <a:ext cx="6016834" cy="4910328"/>
          </a:xfrm>
          <a:prstGeom prst="rect">
            <a:avLst/>
          </a:prstGeom>
          <a:noFill/>
          <a:ln>
            <a:noFill/>
          </a:ln>
        </p:spPr>
      </p:pic>
      <p:pic>
        <p:nvPicPr>
          <p:cNvPr descr="User" id="199" name="Google Shape;199;p9"/>
          <p:cNvPicPr preferRelativeResize="0"/>
          <p:nvPr>
            <p:ph idx="5" type="pic"/>
          </p:nvPr>
        </p:nvPicPr>
        <p:blipFill rotWithShape="1">
          <a:blip r:embed="rId4">
            <a:alphaModFix/>
          </a:blip>
          <a:srcRect b="0" l="0" r="0" t="0"/>
          <a:stretch/>
        </p:blipFill>
        <p:spPr>
          <a:xfrm>
            <a:off x="7772400" y="2532888"/>
            <a:ext cx="457200" cy="457200"/>
          </a:xfrm>
          <a:prstGeom prst="rect">
            <a:avLst/>
          </a:prstGeom>
          <a:noFill/>
          <a:ln>
            <a:noFill/>
          </a:ln>
        </p:spPr>
      </p:pic>
      <p:sp>
        <p:nvSpPr>
          <p:cNvPr id="200" name="Google Shape;200;p9"/>
          <p:cNvSpPr txBox="1"/>
          <p:nvPr>
            <p:ph idx="1" type="body"/>
          </p:nvPr>
        </p:nvSpPr>
        <p:spPr>
          <a:xfrm>
            <a:off x="7772400" y="3099816"/>
            <a:ext cx="3721100" cy="447675"/>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1"/>
              </a:buClr>
              <a:buSzPts val="1600"/>
              <a:buNone/>
            </a:pPr>
            <a:r>
              <a:rPr lang="en-US" sz="1600"/>
              <a:t>Nguyễn Minh Phúc</a:t>
            </a:r>
            <a:endParaRPr/>
          </a:p>
        </p:txBody>
      </p:sp>
      <p:pic>
        <p:nvPicPr>
          <p:cNvPr descr="Envelope" id="201" name="Google Shape;201;p9"/>
          <p:cNvPicPr preferRelativeResize="0"/>
          <p:nvPr>
            <p:ph idx="6" type="pic"/>
          </p:nvPr>
        </p:nvPicPr>
        <p:blipFill rotWithShape="1">
          <a:blip r:embed="rId5">
            <a:alphaModFix/>
          </a:blip>
          <a:srcRect b="0" l="0" r="0" t="0"/>
          <a:stretch/>
        </p:blipFill>
        <p:spPr>
          <a:xfrm>
            <a:off x="7772400" y="3630168"/>
            <a:ext cx="457200" cy="457200"/>
          </a:xfrm>
          <a:prstGeom prst="rect">
            <a:avLst/>
          </a:prstGeom>
          <a:noFill/>
          <a:ln>
            <a:noFill/>
          </a:ln>
        </p:spPr>
      </p:pic>
      <p:sp>
        <p:nvSpPr>
          <p:cNvPr id="202" name="Google Shape;202;p9"/>
          <p:cNvSpPr txBox="1"/>
          <p:nvPr>
            <p:ph idx="3" type="body"/>
          </p:nvPr>
        </p:nvSpPr>
        <p:spPr>
          <a:xfrm>
            <a:off x="7772400" y="4215384"/>
            <a:ext cx="3721100" cy="447675"/>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1"/>
              </a:buClr>
              <a:buSzPts val="1600"/>
              <a:buNone/>
            </a:pPr>
            <a:r>
              <a:rPr lang="en-US" sz="1600" u="sng">
                <a:solidFill>
                  <a:schemeClr val="hlink"/>
                </a:solidFill>
                <a:hlinkClick r:id="rId6"/>
              </a:rPr>
              <a:t>phuc@lhu.edu.vn</a:t>
            </a:r>
            <a:r>
              <a:rPr lang="en-US" sz="1600"/>
              <a:t> </a:t>
            </a:r>
            <a:endParaRPr/>
          </a:p>
        </p:txBody>
      </p:sp>
      <p:pic>
        <p:nvPicPr>
          <p:cNvPr descr="Monitor" id="203" name="Google Shape;203;p9"/>
          <p:cNvPicPr preferRelativeResize="0"/>
          <p:nvPr>
            <p:ph idx="7" type="pic"/>
          </p:nvPr>
        </p:nvPicPr>
        <p:blipFill rotWithShape="1">
          <a:blip r:embed="rId7">
            <a:alphaModFix/>
          </a:blip>
          <a:srcRect b="0" l="0" r="0" t="0"/>
          <a:stretch/>
        </p:blipFill>
        <p:spPr>
          <a:xfrm>
            <a:off x="7772400" y="4754880"/>
            <a:ext cx="457200" cy="457200"/>
          </a:xfrm>
          <a:prstGeom prst="rect">
            <a:avLst/>
          </a:prstGeom>
          <a:noFill/>
          <a:ln>
            <a:noFill/>
          </a:ln>
        </p:spPr>
      </p:pic>
      <p:sp>
        <p:nvSpPr>
          <p:cNvPr id="204" name="Google Shape;204;p9"/>
          <p:cNvSpPr txBox="1"/>
          <p:nvPr>
            <p:ph idx="4" type="body"/>
          </p:nvPr>
        </p:nvSpPr>
        <p:spPr>
          <a:xfrm>
            <a:off x="7772400" y="5321808"/>
            <a:ext cx="3721100" cy="447675"/>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1"/>
              </a:buClr>
              <a:buSzPts val="1600"/>
              <a:buNone/>
            </a:pPr>
            <a:r>
              <a:rPr lang="en-US" sz="1600"/>
              <a:t>cs.lhu.edu.vn </a:t>
            </a:r>
            <a:endParaRPr/>
          </a:p>
        </p:txBody>
      </p:sp>
      <p:sp>
        <p:nvSpPr>
          <p:cNvPr id="205" name="Google Shape;205;p9"/>
          <p:cNvSpPr txBox="1"/>
          <p:nvPr>
            <p:ph idx="10" type="dt"/>
          </p:nvPr>
        </p:nvSpPr>
        <p:spPr>
          <a:xfrm>
            <a:off x="905256" y="6356350"/>
            <a:ext cx="2743200" cy="365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venir"/>
                <a:ea typeface="Avenir"/>
                <a:cs typeface="Avenir"/>
                <a:sym typeface="Avenir"/>
              </a:rPr>
              <a:t>9/4/20XX</a:t>
            </a:r>
            <a:endParaRPr b="0" i="0" sz="1400" u="none" cap="none" strike="noStrike">
              <a:solidFill>
                <a:srgbClr val="000000"/>
              </a:solidFill>
              <a:latin typeface="Arial"/>
              <a:ea typeface="Arial"/>
              <a:cs typeface="Arial"/>
              <a:sym typeface="Arial"/>
            </a:endParaRPr>
          </a:p>
        </p:txBody>
      </p:sp>
      <p:sp>
        <p:nvSpPr>
          <p:cNvPr id="206" name="Google Shape;206;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venir"/>
                <a:ea typeface="Avenir"/>
                <a:cs typeface="Avenir"/>
                <a:sym typeface="Avenir"/>
              </a:rPr>
              <a:t>Presentation Title</a:t>
            </a:r>
            <a:endParaRPr b="0" i="0" sz="1400" u="none" cap="none" strike="noStrike">
              <a:solidFill>
                <a:srgbClr val="000000"/>
              </a:solidFill>
              <a:latin typeface="Arial"/>
              <a:ea typeface="Arial"/>
              <a:cs typeface="Arial"/>
              <a:sym typeface="Arial"/>
            </a:endParaRPr>
          </a:p>
        </p:txBody>
      </p:sp>
      <p:sp>
        <p:nvSpPr>
          <p:cNvPr id="207" name="Google Shape;207;p9"/>
          <p:cNvSpPr txBox="1"/>
          <p:nvPr>
            <p:ph idx="12" type="sldNum"/>
          </p:nvPr>
        </p:nvSpPr>
        <p:spPr>
          <a:xfrm>
            <a:off x="8540496"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AccentBoxVTI">
  <a:themeElements>
    <a:clrScheme name="AccentBoxVTI">
      <a:dk1>
        <a:srgbClr val="000000"/>
      </a:dk1>
      <a:lt1>
        <a:srgbClr val="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